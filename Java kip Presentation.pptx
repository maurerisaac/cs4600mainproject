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Roller" charset="1" panose="00000000000000000000"/>
      <p:regular r:id="rId17"/>
    </p:embeddedFont>
    <p:embeddedFont>
      <p:font typeface="Poppins" charset="1" panose="00000500000000000000"/>
      <p:regular r:id="rId18"/>
    </p:embeddedFont>
    <p:embeddedFont>
      <p:font typeface="Pattanakarn Condensed Light" charset="1" panose="00000000000000000000"/>
      <p:regular r:id="rId19"/>
    </p:embeddedFont>
    <p:embeddedFont>
      <p:font typeface="Pattanakarn Condensed Semi-Bold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6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7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8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15843" y="2110071"/>
            <a:ext cx="9111190" cy="3573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65"/>
              </a:lnSpc>
            </a:pPr>
            <a:r>
              <a:rPr lang="en-US" sz="24130">
                <a:solidFill>
                  <a:srgbClr val="FFFFFF"/>
                </a:solidFill>
                <a:latin typeface="Roller"/>
                <a:ea typeface="Roller"/>
                <a:cs typeface="Roller"/>
                <a:sym typeface="Roller"/>
              </a:rPr>
              <a:t>JAVA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046978" y="4450372"/>
            <a:ext cx="10194044" cy="3883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01"/>
              </a:lnSpc>
            </a:pPr>
            <a:r>
              <a:rPr lang="en-US" sz="26147">
                <a:solidFill>
                  <a:srgbClr val="FFFFFF"/>
                </a:solidFill>
                <a:latin typeface="Roller"/>
                <a:ea typeface="Roller"/>
                <a:cs typeface="Roller"/>
                <a:sym typeface="Roller"/>
              </a:rPr>
              <a:t>KIP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272411" y="7878726"/>
            <a:ext cx="7598054" cy="909420"/>
          </a:xfrm>
          <a:custGeom>
            <a:avLst/>
            <a:gdLst/>
            <a:ahLst/>
            <a:cxnLst/>
            <a:rect r="r" b="b" t="t" l="l"/>
            <a:pathLst>
              <a:path h="909420" w="7598054">
                <a:moveTo>
                  <a:pt x="0" y="0"/>
                </a:moveTo>
                <a:lnTo>
                  <a:pt x="7598054" y="0"/>
                </a:lnTo>
                <a:lnTo>
                  <a:pt x="7598054" y="909419"/>
                </a:lnTo>
                <a:lnTo>
                  <a:pt x="0" y="909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272411" y="1517801"/>
            <a:ext cx="7598054" cy="737068"/>
            <a:chOff x="0" y="0"/>
            <a:chExt cx="2001134" cy="1941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01134" cy="194125"/>
            </a:xfrm>
            <a:custGeom>
              <a:avLst/>
              <a:gdLst/>
              <a:ahLst/>
              <a:cxnLst/>
              <a:rect r="r" b="b" t="t" l="l"/>
              <a:pathLst>
                <a:path h="194125" w="2001134">
                  <a:moveTo>
                    <a:pt x="0" y="0"/>
                  </a:moveTo>
                  <a:lnTo>
                    <a:pt x="2001134" y="0"/>
                  </a:lnTo>
                  <a:lnTo>
                    <a:pt x="2001134" y="194125"/>
                  </a:lnTo>
                  <a:lnTo>
                    <a:pt x="0" y="194125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001134" cy="251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10800000">
            <a:off x="16132118" y="5309546"/>
            <a:ext cx="3698612" cy="4114800"/>
          </a:xfrm>
          <a:custGeom>
            <a:avLst/>
            <a:gdLst/>
            <a:ahLst/>
            <a:cxnLst/>
            <a:rect r="r" b="b" t="t" l="l"/>
            <a:pathLst>
              <a:path h="4114800" w="3698612">
                <a:moveTo>
                  <a:pt x="0" y="0"/>
                </a:moveTo>
                <a:lnTo>
                  <a:pt x="3698611" y="0"/>
                </a:lnTo>
                <a:lnTo>
                  <a:pt x="36986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31908" y="7729817"/>
            <a:ext cx="1058329" cy="1058329"/>
          </a:xfrm>
          <a:custGeom>
            <a:avLst/>
            <a:gdLst/>
            <a:ahLst/>
            <a:cxnLst/>
            <a:rect r="r" b="b" t="t" l="l"/>
            <a:pathLst>
              <a:path h="1058329" w="1058329">
                <a:moveTo>
                  <a:pt x="0" y="0"/>
                </a:moveTo>
                <a:lnTo>
                  <a:pt x="1058328" y="0"/>
                </a:lnTo>
                <a:lnTo>
                  <a:pt x="1058328" y="1058328"/>
                </a:lnTo>
                <a:lnTo>
                  <a:pt x="0" y="10583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255807" y="1517801"/>
            <a:ext cx="1058329" cy="1058329"/>
          </a:xfrm>
          <a:custGeom>
            <a:avLst/>
            <a:gdLst/>
            <a:ahLst/>
            <a:cxnLst/>
            <a:rect r="r" b="b" t="t" l="l"/>
            <a:pathLst>
              <a:path h="1058329" w="1058329">
                <a:moveTo>
                  <a:pt x="0" y="0"/>
                </a:moveTo>
                <a:lnTo>
                  <a:pt x="1058328" y="0"/>
                </a:lnTo>
                <a:lnTo>
                  <a:pt x="1058328" y="1058328"/>
                </a:lnTo>
                <a:lnTo>
                  <a:pt x="0" y="10583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-10800000">
            <a:off x="-1991015" y="-171065"/>
            <a:ext cx="3698612" cy="4114800"/>
          </a:xfrm>
          <a:custGeom>
            <a:avLst/>
            <a:gdLst/>
            <a:ahLst/>
            <a:cxnLst/>
            <a:rect r="r" b="b" t="t" l="l"/>
            <a:pathLst>
              <a:path h="4114800" w="3698612">
                <a:moveTo>
                  <a:pt x="3698611" y="0"/>
                </a:moveTo>
                <a:lnTo>
                  <a:pt x="0" y="0"/>
                </a:lnTo>
                <a:lnTo>
                  <a:pt x="0" y="4114800"/>
                </a:lnTo>
                <a:lnTo>
                  <a:pt x="3698611" y="4114800"/>
                </a:lnTo>
                <a:lnTo>
                  <a:pt x="369861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86150" y="4780381"/>
            <a:ext cx="529164" cy="529164"/>
          </a:xfrm>
          <a:custGeom>
            <a:avLst/>
            <a:gdLst/>
            <a:ahLst/>
            <a:cxnLst/>
            <a:rect r="r" b="b" t="t" l="l"/>
            <a:pathLst>
              <a:path h="529164" w="529164">
                <a:moveTo>
                  <a:pt x="0" y="0"/>
                </a:moveTo>
                <a:lnTo>
                  <a:pt x="529164" y="0"/>
                </a:lnTo>
                <a:lnTo>
                  <a:pt x="529164" y="529165"/>
                </a:lnTo>
                <a:lnTo>
                  <a:pt x="0" y="5291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1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930729" y="4780381"/>
            <a:ext cx="529164" cy="529164"/>
          </a:xfrm>
          <a:custGeom>
            <a:avLst/>
            <a:gdLst/>
            <a:ahLst/>
            <a:cxnLst/>
            <a:rect r="r" b="b" t="t" l="l"/>
            <a:pathLst>
              <a:path h="529164" w="529164">
                <a:moveTo>
                  <a:pt x="0" y="0"/>
                </a:moveTo>
                <a:lnTo>
                  <a:pt x="529164" y="0"/>
                </a:lnTo>
                <a:lnTo>
                  <a:pt x="529164" y="529165"/>
                </a:lnTo>
                <a:lnTo>
                  <a:pt x="0" y="5291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1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-822205" y="9769247"/>
            <a:ext cx="6713112" cy="787939"/>
            <a:chOff x="0" y="0"/>
            <a:chExt cx="1768062" cy="2075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68062" cy="207523"/>
            </a:xfrm>
            <a:custGeom>
              <a:avLst/>
              <a:gdLst/>
              <a:ahLst/>
              <a:cxnLst/>
              <a:rect r="r" b="b" t="t" l="l"/>
              <a:pathLst>
                <a:path h="207523" w="1768062">
                  <a:moveTo>
                    <a:pt x="1564862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768062" y="207523"/>
                  </a:lnTo>
                  <a:lnTo>
                    <a:pt x="1564862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57150"/>
              <a:ext cx="1564862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673079" y="1596351"/>
            <a:ext cx="6917779" cy="550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9"/>
              </a:lnSpc>
            </a:pPr>
            <a:r>
              <a:rPr lang="en-US" sz="3676">
                <a:solidFill>
                  <a:srgbClr val="000000"/>
                </a:solidFill>
                <a:latin typeface="Roller"/>
                <a:ea typeface="Roller"/>
                <a:cs typeface="Roller"/>
                <a:sym typeface="Roller"/>
              </a:rPr>
              <a:t>KYRA, ISAAC, PARKER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590858" y="-310009"/>
            <a:ext cx="6133374" cy="787939"/>
            <a:chOff x="0" y="0"/>
            <a:chExt cx="1615374" cy="20752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15374" cy="207523"/>
            </a:xfrm>
            <a:custGeom>
              <a:avLst/>
              <a:gdLst/>
              <a:ahLst/>
              <a:cxnLst/>
              <a:rect r="r" b="b" t="t" l="l"/>
              <a:pathLst>
                <a:path h="207523" w="1615374">
                  <a:moveTo>
                    <a:pt x="1412174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615374" y="207523"/>
                  </a:lnTo>
                  <a:lnTo>
                    <a:pt x="1412174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01600" y="-57150"/>
              <a:ext cx="1412174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402392" y="-310009"/>
            <a:ext cx="1543050" cy="787939"/>
            <a:chOff x="0" y="0"/>
            <a:chExt cx="406400" cy="20752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6400" cy="207523"/>
            </a:xfrm>
            <a:custGeom>
              <a:avLst/>
              <a:gdLst/>
              <a:ahLst/>
              <a:cxnLst/>
              <a:rect r="r" b="b" t="t" l="l"/>
              <a:pathLst>
                <a:path h="207523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406400" y="20752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01600" y="-57150"/>
              <a:ext cx="20320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-1991015" y="-310009"/>
            <a:ext cx="13747992" cy="787939"/>
            <a:chOff x="0" y="0"/>
            <a:chExt cx="3620870" cy="20752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20870" cy="207523"/>
            </a:xfrm>
            <a:custGeom>
              <a:avLst/>
              <a:gdLst/>
              <a:ahLst/>
              <a:cxnLst/>
              <a:rect r="r" b="b" t="t" l="l"/>
              <a:pathLst>
                <a:path h="207523" w="3620870">
                  <a:moveTo>
                    <a:pt x="341767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3620870" y="207523"/>
                  </a:lnTo>
                  <a:lnTo>
                    <a:pt x="341767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01600" y="-57150"/>
              <a:ext cx="341767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423175" y="9769247"/>
            <a:ext cx="1543050" cy="787939"/>
            <a:chOff x="0" y="0"/>
            <a:chExt cx="406400" cy="20752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06400" cy="207523"/>
            </a:xfrm>
            <a:custGeom>
              <a:avLst/>
              <a:gdLst/>
              <a:ahLst/>
              <a:cxnLst/>
              <a:rect r="r" b="b" t="t" l="l"/>
              <a:pathLst>
                <a:path h="207523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406400" y="20752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01600" y="-57150"/>
              <a:ext cx="20320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557824" y="9769247"/>
            <a:ext cx="14113894" cy="787939"/>
            <a:chOff x="0" y="0"/>
            <a:chExt cx="3717240" cy="20752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717240" cy="207523"/>
            </a:xfrm>
            <a:custGeom>
              <a:avLst/>
              <a:gdLst/>
              <a:ahLst/>
              <a:cxnLst/>
              <a:rect r="r" b="b" t="t" l="l"/>
              <a:pathLst>
                <a:path h="207523" w="3717240">
                  <a:moveTo>
                    <a:pt x="351404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3717240" y="207523"/>
                  </a:lnTo>
                  <a:lnTo>
                    <a:pt x="351404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01600" y="-57150"/>
              <a:ext cx="351404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90858" y="-310009"/>
            <a:ext cx="6133374" cy="787939"/>
            <a:chOff x="0" y="0"/>
            <a:chExt cx="1615374" cy="207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5374" cy="207523"/>
            </a:xfrm>
            <a:custGeom>
              <a:avLst/>
              <a:gdLst/>
              <a:ahLst/>
              <a:cxnLst/>
              <a:rect r="r" b="b" t="t" l="l"/>
              <a:pathLst>
                <a:path h="207523" w="1615374">
                  <a:moveTo>
                    <a:pt x="1412174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615374" y="207523"/>
                  </a:lnTo>
                  <a:lnTo>
                    <a:pt x="1412174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1412174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02392" y="-310009"/>
            <a:ext cx="1543050" cy="787939"/>
            <a:chOff x="0" y="0"/>
            <a:chExt cx="406400" cy="2075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207523"/>
            </a:xfrm>
            <a:custGeom>
              <a:avLst/>
              <a:gdLst/>
              <a:ahLst/>
              <a:cxnLst/>
              <a:rect r="r" b="b" t="t" l="l"/>
              <a:pathLst>
                <a:path h="207523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406400" y="20752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57150"/>
              <a:ext cx="20320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991015" y="-310009"/>
            <a:ext cx="13747992" cy="787939"/>
            <a:chOff x="0" y="0"/>
            <a:chExt cx="3620870" cy="2075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20870" cy="207523"/>
            </a:xfrm>
            <a:custGeom>
              <a:avLst/>
              <a:gdLst/>
              <a:ahLst/>
              <a:cxnLst/>
              <a:rect r="r" b="b" t="t" l="l"/>
              <a:pathLst>
                <a:path h="207523" w="3620870">
                  <a:moveTo>
                    <a:pt x="341767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3620870" y="207523"/>
                  </a:lnTo>
                  <a:lnTo>
                    <a:pt x="341767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341767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822205" y="9769247"/>
            <a:ext cx="6713112" cy="787939"/>
            <a:chOff x="0" y="0"/>
            <a:chExt cx="1768062" cy="2075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68062" cy="207523"/>
            </a:xfrm>
            <a:custGeom>
              <a:avLst/>
              <a:gdLst/>
              <a:ahLst/>
              <a:cxnLst/>
              <a:rect r="r" b="b" t="t" l="l"/>
              <a:pathLst>
                <a:path h="207523" w="1768062">
                  <a:moveTo>
                    <a:pt x="1564862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768062" y="207523"/>
                  </a:lnTo>
                  <a:lnTo>
                    <a:pt x="1564862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57150"/>
              <a:ext cx="1564862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23175" y="9769247"/>
            <a:ext cx="1543050" cy="787939"/>
            <a:chOff x="0" y="0"/>
            <a:chExt cx="406400" cy="2075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400" cy="207523"/>
            </a:xfrm>
            <a:custGeom>
              <a:avLst/>
              <a:gdLst/>
              <a:ahLst/>
              <a:cxnLst/>
              <a:rect r="r" b="b" t="t" l="l"/>
              <a:pathLst>
                <a:path h="207523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406400" y="20752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57150"/>
              <a:ext cx="20320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57824" y="9769247"/>
            <a:ext cx="14113894" cy="787939"/>
            <a:chOff x="0" y="0"/>
            <a:chExt cx="3717240" cy="20752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17240" cy="207523"/>
            </a:xfrm>
            <a:custGeom>
              <a:avLst/>
              <a:gdLst/>
              <a:ahLst/>
              <a:cxnLst/>
              <a:rect r="r" b="b" t="t" l="l"/>
              <a:pathLst>
                <a:path h="207523" w="3717240">
                  <a:moveTo>
                    <a:pt x="351404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3717240" y="207523"/>
                  </a:lnTo>
                  <a:lnTo>
                    <a:pt x="351404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57150"/>
              <a:ext cx="351404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true" flipV="false" rot="-10800000">
            <a:off x="-1724176" y="-2057400"/>
            <a:ext cx="3698612" cy="4114800"/>
          </a:xfrm>
          <a:custGeom>
            <a:avLst/>
            <a:gdLst/>
            <a:ahLst/>
            <a:cxnLst/>
            <a:rect r="r" b="b" t="t" l="l"/>
            <a:pathLst>
              <a:path h="4114800" w="3698612">
                <a:moveTo>
                  <a:pt x="3698611" y="0"/>
                </a:moveTo>
                <a:lnTo>
                  <a:pt x="0" y="0"/>
                </a:lnTo>
                <a:lnTo>
                  <a:pt x="0" y="4114800"/>
                </a:lnTo>
                <a:lnTo>
                  <a:pt x="3698611" y="4114800"/>
                </a:lnTo>
                <a:lnTo>
                  <a:pt x="369861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7483183" y="1613775"/>
            <a:ext cx="10215348" cy="7766810"/>
            <a:chOff x="0" y="0"/>
            <a:chExt cx="1081647" cy="82238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81647" cy="822385"/>
            </a:xfrm>
            <a:custGeom>
              <a:avLst/>
              <a:gdLst/>
              <a:ahLst/>
              <a:cxnLst/>
              <a:rect r="r" b="b" t="t" l="l"/>
              <a:pathLst>
                <a:path h="822385" w="1081647">
                  <a:moveTo>
                    <a:pt x="0" y="0"/>
                  </a:moveTo>
                  <a:lnTo>
                    <a:pt x="1081647" y="0"/>
                  </a:lnTo>
                  <a:lnTo>
                    <a:pt x="1081647" y="822385"/>
                  </a:lnTo>
                  <a:lnTo>
                    <a:pt x="0" y="822385"/>
                  </a:lnTo>
                  <a:close/>
                </a:path>
              </a:pathLst>
            </a:custGeom>
            <a:blipFill>
              <a:blip r:embed="rId4"/>
              <a:stretch>
                <a:fillRect l="-205" t="0" r="0" b="0"/>
              </a:stretch>
            </a:blipFill>
            <a:ln w="19050" cap="sq">
              <a:solidFill>
                <a:srgbClr val="6D9EBF"/>
              </a:solidFill>
              <a:prstDash val="solid"/>
              <a:miter/>
            </a:ln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949873" y="8217293"/>
            <a:ext cx="462455" cy="462455"/>
          </a:xfrm>
          <a:custGeom>
            <a:avLst/>
            <a:gdLst/>
            <a:ahLst/>
            <a:cxnLst/>
            <a:rect r="r" b="b" t="t" l="l"/>
            <a:pathLst>
              <a:path h="462455" w="462455">
                <a:moveTo>
                  <a:pt x="0" y="0"/>
                </a:moveTo>
                <a:lnTo>
                  <a:pt x="462454" y="0"/>
                </a:lnTo>
                <a:lnTo>
                  <a:pt x="462454" y="462454"/>
                </a:lnTo>
                <a:lnTo>
                  <a:pt x="0" y="4624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380514" y="1142555"/>
            <a:ext cx="462455" cy="462455"/>
          </a:xfrm>
          <a:custGeom>
            <a:avLst/>
            <a:gdLst/>
            <a:ahLst/>
            <a:cxnLst/>
            <a:rect r="r" b="b" t="t" l="l"/>
            <a:pathLst>
              <a:path h="462455" w="462455">
                <a:moveTo>
                  <a:pt x="0" y="0"/>
                </a:moveTo>
                <a:lnTo>
                  <a:pt x="462455" y="0"/>
                </a:lnTo>
                <a:lnTo>
                  <a:pt x="462455" y="462455"/>
                </a:lnTo>
                <a:lnTo>
                  <a:pt x="0" y="4624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1756977" y="9140360"/>
            <a:ext cx="4093339" cy="480448"/>
            <a:chOff x="0" y="0"/>
            <a:chExt cx="1768062" cy="20752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68062" cy="207523"/>
            </a:xfrm>
            <a:custGeom>
              <a:avLst/>
              <a:gdLst/>
              <a:ahLst/>
              <a:cxnLst/>
              <a:rect r="r" b="b" t="t" l="l"/>
              <a:pathLst>
                <a:path h="207523" w="1768062">
                  <a:moveTo>
                    <a:pt x="1564862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768062" y="207523"/>
                  </a:lnTo>
                  <a:lnTo>
                    <a:pt x="1564862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01600" y="-57150"/>
              <a:ext cx="1564862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198987" y="1417363"/>
            <a:ext cx="2060313" cy="392824"/>
            <a:chOff x="0" y="0"/>
            <a:chExt cx="1088434" cy="20752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88434" cy="207523"/>
            </a:xfrm>
            <a:custGeom>
              <a:avLst/>
              <a:gdLst/>
              <a:ahLst/>
              <a:cxnLst/>
              <a:rect r="r" b="b" t="t" l="l"/>
              <a:pathLst>
                <a:path h="207523" w="1088434">
                  <a:moveTo>
                    <a:pt x="885234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088434" y="207523"/>
                  </a:lnTo>
                  <a:lnTo>
                    <a:pt x="885234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01600" y="-57150"/>
              <a:ext cx="885234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5400000">
            <a:off x="6796143" y="4947088"/>
            <a:ext cx="1374082" cy="392824"/>
            <a:chOff x="0" y="0"/>
            <a:chExt cx="725907" cy="20752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25907" cy="207523"/>
            </a:xfrm>
            <a:custGeom>
              <a:avLst/>
              <a:gdLst/>
              <a:ahLst/>
              <a:cxnLst/>
              <a:rect r="r" b="b" t="t" l="l"/>
              <a:pathLst>
                <a:path h="207523" w="725907">
                  <a:moveTo>
                    <a:pt x="522707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725907" y="207523"/>
                  </a:lnTo>
                  <a:lnTo>
                    <a:pt x="522707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01600" y="-57150"/>
              <a:ext cx="522707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567583" y="3020357"/>
            <a:ext cx="5838840" cy="1436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31"/>
              </a:lnSpc>
            </a:pPr>
            <a:r>
              <a:rPr lang="en-US" sz="9616">
                <a:solidFill>
                  <a:srgbClr val="6D9EBF"/>
                </a:solidFill>
                <a:latin typeface="Roller"/>
                <a:ea typeface="Roller"/>
                <a:cs typeface="Roller"/>
                <a:sym typeface="Roller"/>
              </a:rPr>
              <a:t>GRAMMAR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67583" y="2181471"/>
            <a:ext cx="2877616" cy="1076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1"/>
              </a:lnSpc>
            </a:pPr>
            <a:r>
              <a:rPr lang="en-US" sz="7199">
                <a:solidFill>
                  <a:srgbClr val="FFFFFF"/>
                </a:solidFill>
                <a:latin typeface="Roller"/>
                <a:ea typeface="Roller"/>
                <a:cs typeface="Roller"/>
                <a:sym typeface="Roller"/>
              </a:rPr>
              <a:t>EBNF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67583" y="4075795"/>
            <a:ext cx="5627116" cy="5304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60"/>
              </a:lnSpc>
            </a:pPr>
            <a:r>
              <a:rPr lang="en-US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keywords:</a:t>
            </a: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</a:t>
            </a: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float</a:t>
            </a: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struct</a:t>
            </a: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assign</a:t>
            </a: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if</a:t>
            </a: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and</a:t>
            </a: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or</a:t>
            </a: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while</a:t>
            </a: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break</a:t>
            </a: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continue</a:t>
            </a: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function</a:t>
            </a: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return</a:t>
            </a: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90858" y="-310009"/>
            <a:ext cx="6133374" cy="787939"/>
            <a:chOff x="0" y="0"/>
            <a:chExt cx="1615374" cy="207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5374" cy="207523"/>
            </a:xfrm>
            <a:custGeom>
              <a:avLst/>
              <a:gdLst/>
              <a:ahLst/>
              <a:cxnLst/>
              <a:rect r="r" b="b" t="t" l="l"/>
              <a:pathLst>
                <a:path h="207523" w="1615374">
                  <a:moveTo>
                    <a:pt x="1412174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615374" y="207523"/>
                  </a:lnTo>
                  <a:lnTo>
                    <a:pt x="1412174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1412174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02392" y="-310009"/>
            <a:ext cx="1543050" cy="787939"/>
            <a:chOff x="0" y="0"/>
            <a:chExt cx="406400" cy="2075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207523"/>
            </a:xfrm>
            <a:custGeom>
              <a:avLst/>
              <a:gdLst/>
              <a:ahLst/>
              <a:cxnLst/>
              <a:rect r="r" b="b" t="t" l="l"/>
              <a:pathLst>
                <a:path h="207523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406400" y="20752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57150"/>
              <a:ext cx="20320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991015" y="-310009"/>
            <a:ext cx="13747992" cy="787939"/>
            <a:chOff x="0" y="0"/>
            <a:chExt cx="3620870" cy="2075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20870" cy="207523"/>
            </a:xfrm>
            <a:custGeom>
              <a:avLst/>
              <a:gdLst/>
              <a:ahLst/>
              <a:cxnLst/>
              <a:rect r="r" b="b" t="t" l="l"/>
              <a:pathLst>
                <a:path h="207523" w="3620870">
                  <a:moveTo>
                    <a:pt x="341767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3620870" y="207523"/>
                  </a:lnTo>
                  <a:lnTo>
                    <a:pt x="341767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341767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822205" y="9769247"/>
            <a:ext cx="6713112" cy="787939"/>
            <a:chOff x="0" y="0"/>
            <a:chExt cx="1768062" cy="2075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68062" cy="207523"/>
            </a:xfrm>
            <a:custGeom>
              <a:avLst/>
              <a:gdLst/>
              <a:ahLst/>
              <a:cxnLst/>
              <a:rect r="r" b="b" t="t" l="l"/>
              <a:pathLst>
                <a:path h="207523" w="1768062">
                  <a:moveTo>
                    <a:pt x="1564862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768062" y="207523"/>
                  </a:lnTo>
                  <a:lnTo>
                    <a:pt x="1564862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57150"/>
              <a:ext cx="1564862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23175" y="9769247"/>
            <a:ext cx="1543050" cy="787939"/>
            <a:chOff x="0" y="0"/>
            <a:chExt cx="406400" cy="2075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400" cy="207523"/>
            </a:xfrm>
            <a:custGeom>
              <a:avLst/>
              <a:gdLst/>
              <a:ahLst/>
              <a:cxnLst/>
              <a:rect r="r" b="b" t="t" l="l"/>
              <a:pathLst>
                <a:path h="207523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406400" y="20752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57150"/>
              <a:ext cx="20320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57824" y="9769247"/>
            <a:ext cx="14113894" cy="787939"/>
            <a:chOff x="0" y="0"/>
            <a:chExt cx="3717240" cy="20752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17240" cy="207523"/>
            </a:xfrm>
            <a:custGeom>
              <a:avLst/>
              <a:gdLst/>
              <a:ahLst/>
              <a:cxnLst/>
              <a:rect r="r" b="b" t="t" l="l"/>
              <a:pathLst>
                <a:path h="207523" w="3717240">
                  <a:moveTo>
                    <a:pt x="351404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3717240" y="207523"/>
                  </a:lnTo>
                  <a:lnTo>
                    <a:pt x="351404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57150"/>
              <a:ext cx="351404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-10800000">
            <a:off x="15889007" y="4385657"/>
            <a:ext cx="3698612" cy="4114800"/>
          </a:xfrm>
          <a:custGeom>
            <a:avLst/>
            <a:gdLst/>
            <a:ahLst/>
            <a:cxnLst/>
            <a:rect r="r" b="b" t="t" l="l"/>
            <a:pathLst>
              <a:path h="4114800" w="3698612">
                <a:moveTo>
                  <a:pt x="0" y="0"/>
                </a:moveTo>
                <a:lnTo>
                  <a:pt x="3698611" y="0"/>
                </a:lnTo>
                <a:lnTo>
                  <a:pt x="36986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951849" y="1028700"/>
            <a:ext cx="614902" cy="614902"/>
          </a:xfrm>
          <a:custGeom>
            <a:avLst/>
            <a:gdLst/>
            <a:ahLst/>
            <a:cxnLst/>
            <a:rect r="r" b="b" t="t" l="l"/>
            <a:pathLst>
              <a:path h="614902" w="614902">
                <a:moveTo>
                  <a:pt x="0" y="0"/>
                </a:moveTo>
                <a:lnTo>
                  <a:pt x="614902" y="0"/>
                </a:lnTo>
                <a:lnTo>
                  <a:pt x="614902" y="614902"/>
                </a:lnTo>
                <a:lnTo>
                  <a:pt x="0" y="6149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42742" y="8772342"/>
            <a:ext cx="485958" cy="485958"/>
          </a:xfrm>
          <a:custGeom>
            <a:avLst/>
            <a:gdLst/>
            <a:ahLst/>
            <a:cxnLst/>
            <a:rect r="r" b="b" t="t" l="l"/>
            <a:pathLst>
              <a:path h="485958" w="485958">
                <a:moveTo>
                  <a:pt x="0" y="0"/>
                </a:moveTo>
                <a:lnTo>
                  <a:pt x="485958" y="0"/>
                </a:lnTo>
                <a:lnTo>
                  <a:pt x="485958" y="485958"/>
                </a:lnTo>
                <a:lnTo>
                  <a:pt x="0" y="485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28700" y="1161264"/>
            <a:ext cx="6061329" cy="4866289"/>
          </a:xfrm>
          <a:custGeom>
            <a:avLst/>
            <a:gdLst/>
            <a:ahLst/>
            <a:cxnLst/>
            <a:rect r="r" b="b" t="t" l="l"/>
            <a:pathLst>
              <a:path h="4866289" w="6061329">
                <a:moveTo>
                  <a:pt x="0" y="0"/>
                </a:moveTo>
                <a:lnTo>
                  <a:pt x="6061329" y="0"/>
                </a:lnTo>
                <a:lnTo>
                  <a:pt x="6061329" y="4866289"/>
                </a:lnTo>
                <a:lnTo>
                  <a:pt x="0" y="4866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706095" y="936353"/>
            <a:ext cx="7036888" cy="4925822"/>
          </a:xfrm>
          <a:custGeom>
            <a:avLst/>
            <a:gdLst/>
            <a:ahLst/>
            <a:cxnLst/>
            <a:rect r="r" b="b" t="t" l="l"/>
            <a:pathLst>
              <a:path h="4925822" w="7036888">
                <a:moveTo>
                  <a:pt x="0" y="0"/>
                </a:moveTo>
                <a:lnTo>
                  <a:pt x="7036889" y="0"/>
                </a:lnTo>
                <a:lnTo>
                  <a:pt x="7036889" y="4925822"/>
                </a:lnTo>
                <a:lnTo>
                  <a:pt x="0" y="49258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-5400000">
            <a:off x="-1020725" y="3354185"/>
            <a:ext cx="4093339" cy="480448"/>
            <a:chOff x="0" y="0"/>
            <a:chExt cx="1768062" cy="20752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68062" cy="207523"/>
            </a:xfrm>
            <a:custGeom>
              <a:avLst/>
              <a:gdLst/>
              <a:ahLst/>
              <a:cxnLst/>
              <a:rect r="r" b="b" t="t" l="l"/>
              <a:pathLst>
                <a:path h="207523" w="1768062">
                  <a:moveTo>
                    <a:pt x="1564862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768062" y="207523"/>
                  </a:lnTo>
                  <a:lnTo>
                    <a:pt x="1564862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01600" y="-57150"/>
              <a:ext cx="1564862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5400000">
            <a:off x="13994953" y="2100115"/>
            <a:ext cx="2205474" cy="392824"/>
            <a:chOff x="0" y="0"/>
            <a:chExt cx="1165120" cy="20752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65120" cy="207523"/>
            </a:xfrm>
            <a:custGeom>
              <a:avLst/>
              <a:gdLst/>
              <a:ahLst/>
              <a:cxnLst/>
              <a:rect r="r" b="b" t="t" l="l"/>
              <a:pathLst>
                <a:path h="207523" w="1165120">
                  <a:moveTo>
                    <a:pt x="96192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165120" y="207523"/>
                  </a:lnTo>
                  <a:lnTo>
                    <a:pt x="96192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01600" y="-57150"/>
              <a:ext cx="96192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5400000">
            <a:off x="6461827" y="4743857"/>
            <a:ext cx="1401619" cy="392824"/>
            <a:chOff x="0" y="0"/>
            <a:chExt cx="740455" cy="20752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40455" cy="207523"/>
            </a:xfrm>
            <a:custGeom>
              <a:avLst/>
              <a:gdLst/>
              <a:ahLst/>
              <a:cxnLst/>
              <a:rect r="r" b="b" t="t" l="l"/>
              <a:pathLst>
                <a:path h="207523" w="740455">
                  <a:moveTo>
                    <a:pt x="537255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740455" y="207523"/>
                  </a:lnTo>
                  <a:lnTo>
                    <a:pt x="537255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01600" y="-57150"/>
              <a:ext cx="537255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271679" y="6984187"/>
            <a:ext cx="7742718" cy="178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567"/>
              </a:lnSpc>
            </a:pPr>
            <a:r>
              <a:rPr lang="en-US" sz="12049">
                <a:solidFill>
                  <a:srgbClr val="6D9EBF"/>
                </a:solidFill>
                <a:latin typeface="Roller"/>
                <a:ea typeface="Roller"/>
                <a:cs typeface="Roller"/>
                <a:sym typeface="Roller"/>
              </a:rPr>
              <a:t>LEXER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71679" y="6202525"/>
            <a:ext cx="4806866" cy="956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62"/>
              </a:lnSpc>
            </a:pPr>
            <a:r>
              <a:rPr lang="en-US" sz="6418">
                <a:solidFill>
                  <a:srgbClr val="FFFFFF"/>
                </a:solidFill>
                <a:latin typeface="Roller"/>
                <a:ea typeface="Roller"/>
                <a:cs typeface="Roller"/>
                <a:sym typeface="Roller"/>
              </a:rPr>
              <a:t>PROJECT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014397" y="6349173"/>
            <a:ext cx="4420286" cy="111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-creating the token list</a:t>
            </a:r>
          </a:p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-creating the arithemtic</a:t>
            </a:r>
          </a:p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-creating the brackets, etc</a:t>
            </a:r>
          </a:p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-creating semicolons, commas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90858" y="-310009"/>
            <a:ext cx="6133374" cy="787939"/>
            <a:chOff x="0" y="0"/>
            <a:chExt cx="1615374" cy="207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5374" cy="207523"/>
            </a:xfrm>
            <a:custGeom>
              <a:avLst/>
              <a:gdLst/>
              <a:ahLst/>
              <a:cxnLst/>
              <a:rect r="r" b="b" t="t" l="l"/>
              <a:pathLst>
                <a:path h="207523" w="1615374">
                  <a:moveTo>
                    <a:pt x="1412174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615374" y="207523"/>
                  </a:lnTo>
                  <a:lnTo>
                    <a:pt x="1412174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1412174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02392" y="-310009"/>
            <a:ext cx="1543050" cy="787939"/>
            <a:chOff x="0" y="0"/>
            <a:chExt cx="406400" cy="2075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207523"/>
            </a:xfrm>
            <a:custGeom>
              <a:avLst/>
              <a:gdLst/>
              <a:ahLst/>
              <a:cxnLst/>
              <a:rect r="r" b="b" t="t" l="l"/>
              <a:pathLst>
                <a:path h="207523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406400" y="20752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57150"/>
              <a:ext cx="20320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991015" y="-310009"/>
            <a:ext cx="13747992" cy="787939"/>
            <a:chOff x="0" y="0"/>
            <a:chExt cx="3620870" cy="2075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20870" cy="207523"/>
            </a:xfrm>
            <a:custGeom>
              <a:avLst/>
              <a:gdLst/>
              <a:ahLst/>
              <a:cxnLst/>
              <a:rect r="r" b="b" t="t" l="l"/>
              <a:pathLst>
                <a:path h="207523" w="3620870">
                  <a:moveTo>
                    <a:pt x="341767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3620870" y="207523"/>
                  </a:lnTo>
                  <a:lnTo>
                    <a:pt x="341767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341767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822205" y="9769247"/>
            <a:ext cx="6713112" cy="787939"/>
            <a:chOff x="0" y="0"/>
            <a:chExt cx="1768062" cy="2075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68062" cy="207523"/>
            </a:xfrm>
            <a:custGeom>
              <a:avLst/>
              <a:gdLst/>
              <a:ahLst/>
              <a:cxnLst/>
              <a:rect r="r" b="b" t="t" l="l"/>
              <a:pathLst>
                <a:path h="207523" w="1768062">
                  <a:moveTo>
                    <a:pt x="1564862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768062" y="207523"/>
                  </a:lnTo>
                  <a:lnTo>
                    <a:pt x="1564862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57150"/>
              <a:ext cx="1564862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23175" y="9769247"/>
            <a:ext cx="1543050" cy="787939"/>
            <a:chOff x="0" y="0"/>
            <a:chExt cx="406400" cy="2075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400" cy="207523"/>
            </a:xfrm>
            <a:custGeom>
              <a:avLst/>
              <a:gdLst/>
              <a:ahLst/>
              <a:cxnLst/>
              <a:rect r="r" b="b" t="t" l="l"/>
              <a:pathLst>
                <a:path h="207523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406400" y="20752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57150"/>
              <a:ext cx="20320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57824" y="9769247"/>
            <a:ext cx="14113894" cy="787939"/>
            <a:chOff x="0" y="0"/>
            <a:chExt cx="3717240" cy="20752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17240" cy="207523"/>
            </a:xfrm>
            <a:custGeom>
              <a:avLst/>
              <a:gdLst/>
              <a:ahLst/>
              <a:cxnLst/>
              <a:rect r="r" b="b" t="t" l="l"/>
              <a:pathLst>
                <a:path h="207523" w="3717240">
                  <a:moveTo>
                    <a:pt x="351404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3717240" y="207523"/>
                  </a:lnTo>
                  <a:lnTo>
                    <a:pt x="351404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57150"/>
              <a:ext cx="351404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075073" y="2036898"/>
            <a:ext cx="4093339" cy="480448"/>
            <a:chOff x="0" y="0"/>
            <a:chExt cx="1768062" cy="2075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68062" cy="207523"/>
            </a:xfrm>
            <a:custGeom>
              <a:avLst/>
              <a:gdLst/>
              <a:ahLst/>
              <a:cxnLst/>
              <a:rect r="r" b="b" t="t" l="l"/>
              <a:pathLst>
                <a:path h="207523" w="1768062">
                  <a:moveTo>
                    <a:pt x="1564862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768062" y="207523"/>
                  </a:lnTo>
                  <a:lnTo>
                    <a:pt x="1564862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01600" y="-57150"/>
              <a:ext cx="1564862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10800000">
            <a:off x="16438694" y="4824857"/>
            <a:ext cx="3698612" cy="4114800"/>
          </a:xfrm>
          <a:custGeom>
            <a:avLst/>
            <a:gdLst/>
            <a:ahLst/>
            <a:cxnLst/>
            <a:rect r="r" b="b" t="t" l="l"/>
            <a:pathLst>
              <a:path h="4114800" w="3698612">
                <a:moveTo>
                  <a:pt x="0" y="0"/>
                </a:moveTo>
                <a:lnTo>
                  <a:pt x="3698612" y="0"/>
                </a:lnTo>
                <a:lnTo>
                  <a:pt x="36986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7259300" y="4448483"/>
            <a:ext cx="462455" cy="462455"/>
          </a:xfrm>
          <a:custGeom>
            <a:avLst/>
            <a:gdLst/>
            <a:ahLst/>
            <a:cxnLst/>
            <a:rect r="r" b="b" t="t" l="l"/>
            <a:pathLst>
              <a:path h="462455" w="462455">
                <a:moveTo>
                  <a:pt x="0" y="0"/>
                </a:moveTo>
                <a:lnTo>
                  <a:pt x="462455" y="0"/>
                </a:lnTo>
                <a:lnTo>
                  <a:pt x="462455" y="462455"/>
                </a:lnTo>
                <a:lnTo>
                  <a:pt x="0" y="4624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939938" y="1074189"/>
            <a:ext cx="462455" cy="462455"/>
          </a:xfrm>
          <a:custGeom>
            <a:avLst/>
            <a:gdLst/>
            <a:ahLst/>
            <a:cxnLst/>
            <a:rect r="r" b="b" t="t" l="l"/>
            <a:pathLst>
              <a:path h="462455" w="462455">
                <a:moveTo>
                  <a:pt x="0" y="0"/>
                </a:moveTo>
                <a:lnTo>
                  <a:pt x="462454" y="0"/>
                </a:lnTo>
                <a:lnTo>
                  <a:pt x="462454" y="462454"/>
                </a:lnTo>
                <a:lnTo>
                  <a:pt x="0" y="4624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3805710" y="639617"/>
            <a:ext cx="6362702" cy="1445109"/>
          </a:xfrm>
          <a:custGeom>
            <a:avLst/>
            <a:gdLst/>
            <a:ahLst/>
            <a:cxnLst/>
            <a:rect r="r" b="b" t="t" l="l"/>
            <a:pathLst>
              <a:path h="1445109" w="6362702">
                <a:moveTo>
                  <a:pt x="0" y="0"/>
                </a:moveTo>
                <a:lnTo>
                  <a:pt x="6362703" y="0"/>
                </a:lnTo>
                <a:lnTo>
                  <a:pt x="6362703" y="1445109"/>
                </a:lnTo>
                <a:lnTo>
                  <a:pt x="0" y="14451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908" r="0" b="-908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12658" y="639617"/>
            <a:ext cx="4687793" cy="4651264"/>
          </a:xfrm>
          <a:custGeom>
            <a:avLst/>
            <a:gdLst/>
            <a:ahLst/>
            <a:cxnLst/>
            <a:rect r="r" b="b" t="t" l="l"/>
            <a:pathLst>
              <a:path h="4651264" w="4687793">
                <a:moveTo>
                  <a:pt x="0" y="0"/>
                </a:moveTo>
                <a:lnTo>
                  <a:pt x="4687793" y="0"/>
                </a:lnTo>
                <a:lnTo>
                  <a:pt x="4687793" y="4651264"/>
                </a:lnTo>
                <a:lnTo>
                  <a:pt x="0" y="46512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5158824" y="2803096"/>
            <a:ext cx="8182990" cy="2475354"/>
          </a:xfrm>
          <a:custGeom>
            <a:avLst/>
            <a:gdLst/>
            <a:ahLst/>
            <a:cxnLst/>
            <a:rect r="r" b="b" t="t" l="l"/>
            <a:pathLst>
              <a:path h="2475354" w="8182990">
                <a:moveTo>
                  <a:pt x="0" y="0"/>
                </a:moveTo>
                <a:lnTo>
                  <a:pt x="8182989" y="0"/>
                </a:lnTo>
                <a:lnTo>
                  <a:pt x="8182989" y="2475354"/>
                </a:lnTo>
                <a:lnTo>
                  <a:pt x="0" y="24753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0799836" y="4632739"/>
            <a:ext cx="1374082" cy="392824"/>
            <a:chOff x="0" y="0"/>
            <a:chExt cx="725907" cy="20752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5907" cy="207523"/>
            </a:xfrm>
            <a:custGeom>
              <a:avLst/>
              <a:gdLst/>
              <a:ahLst/>
              <a:cxnLst/>
              <a:rect r="r" b="b" t="t" l="l"/>
              <a:pathLst>
                <a:path h="207523" w="725907">
                  <a:moveTo>
                    <a:pt x="522707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725907" y="207523"/>
                  </a:lnTo>
                  <a:lnTo>
                    <a:pt x="522707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01600" y="-57150"/>
              <a:ext cx="522707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5400000">
            <a:off x="3932255" y="3798994"/>
            <a:ext cx="2060313" cy="392824"/>
            <a:chOff x="0" y="0"/>
            <a:chExt cx="1088434" cy="20752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88434" cy="207523"/>
            </a:xfrm>
            <a:custGeom>
              <a:avLst/>
              <a:gdLst/>
              <a:ahLst/>
              <a:cxnLst/>
              <a:rect r="r" b="b" t="t" l="l"/>
              <a:pathLst>
                <a:path h="207523" w="1088434">
                  <a:moveTo>
                    <a:pt x="885234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088434" y="207523"/>
                  </a:lnTo>
                  <a:lnTo>
                    <a:pt x="885234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01600" y="-57150"/>
              <a:ext cx="885234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2173917" y="2422324"/>
            <a:ext cx="5765763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500">
                <a:solidFill>
                  <a:srgbClr val="6D9EBF"/>
                </a:solidFill>
                <a:latin typeface="Roller"/>
                <a:ea typeface="Roller"/>
                <a:cs typeface="Roller"/>
                <a:sym typeface="Roller"/>
              </a:rPr>
              <a:t>TYPES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173917" y="1717047"/>
            <a:ext cx="5316610" cy="924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9"/>
              </a:lnSpc>
            </a:pPr>
            <a:r>
              <a:rPr lang="en-US" sz="6197">
                <a:solidFill>
                  <a:srgbClr val="FFFFFF"/>
                </a:solidFill>
                <a:latin typeface="Roller"/>
                <a:ea typeface="Roller"/>
                <a:cs typeface="Roller"/>
                <a:sym typeface="Roller"/>
              </a:rPr>
              <a:t>DATA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8700" y="6229352"/>
            <a:ext cx="3455709" cy="2221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-methods for arithmetic</a:t>
            </a:r>
          </a:p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-allows for floats to be added to ints as well</a:t>
            </a:r>
          </a:p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-exclusively returns int values</a:t>
            </a:r>
          </a:p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-only exception is when converted to float</a:t>
            </a:r>
          </a:p>
          <a:p>
            <a:pPr algn="just">
              <a:lnSpc>
                <a:spcPts val="2205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5457402" y="6229352"/>
            <a:ext cx="3455709" cy="111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-methods for arithmetic</a:t>
            </a:r>
          </a:p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-exclusively has float returns</a:t>
            </a:r>
          </a:p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-can convert to ints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884661" y="6229352"/>
            <a:ext cx="3455709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-creates objects</a:t>
            </a:r>
          </a:p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-determines what type they are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28700" y="5486708"/>
            <a:ext cx="3455709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b="true" sz="3200">
                <a:solidFill>
                  <a:srgbClr val="6D9EBF"/>
                </a:solidFill>
                <a:latin typeface="Pattanakarn Condensed Semi-Bold"/>
                <a:ea typeface="Pattanakarn Condensed Semi-Bold"/>
                <a:cs typeface="Pattanakarn Condensed Semi-Bold"/>
                <a:sym typeface="Pattanakarn Condensed Semi-Bold"/>
              </a:rPr>
              <a:t>Integer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457402" y="5486708"/>
            <a:ext cx="3455709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b="true" sz="3200">
                <a:solidFill>
                  <a:srgbClr val="6D9EBF"/>
                </a:solidFill>
                <a:latin typeface="Pattanakarn Condensed Semi-Bold"/>
                <a:ea typeface="Pattanakarn Condensed Semi-Bold"/>
                <a:cs typeface="Pattanakarn Condensed Semi-Bold"/>
                <a:sym typeface="Pattanakarn Condensed Semi-Bold"/>
              </a:rPr>
              <a:t>Float Point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886105" y="5486708"/>
            <a:ext cx="3455709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b="true" sz="3200">
                <a:solidFill>
                  <a:srgbClr val="6D9EBF"/>
                </a:solidFill>
                <a:latin typeface="Pattanakarn Condensed Semi-Bold"/>
                <a:ea typeface="Pattanakarn Condensed Semi-Bold"/>
                <a:cs typeface="Pattanakarn Condensed Semi-Bold"/>
                <a:sym typeface="Pattanakarn Condensed Semi-Bold"/>
              </a:rPr>
              <a:t>Structure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90858" y="-310009"/>
            <a:ext cx="6133374" cy="787939"/>
            <a:chOff x="0" y="0"/>
            <a:chExt cx="1615374" cy="207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5374" cy="207523"/>
            </a:xfrm>
            <a:custGeom>
              <a:avLst/>
              <a:gdLst/>
              <a:ahLst/>
              <a:cxnLst/>
              <a:rect r="r" b="b" t="t" l="l"/>
              <a:pathLst>
                <a:path h="207523" w="1615374">
                  <a:moveTo>
                    <a:pt x="1412174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615374" y="207523"/>
                  </a:lnTo>
                  <a:lnTo>
                    <a:pt x="1412174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1412174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02392" y="-310009"/>
            <a:ext cx="1543050" cy="787939"/>
            <a:chOff x="0" y="0"/>
            <a:chExt cx="406400" cy="2075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207523"/>
            </a:xfrm>
            <a:custGeom>
              <a:avLst/>
              <a:gdLst/>
              <a:ahLst/>
              <a:cxnLst/>
              <a:rect r="r" b="b" t="t" l="l"/>
              <a:pathLst>
                <a:path h="207523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406400" y="20752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57150"/>
              <a:ext cx="20320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991015" y="-310009"/>
            <a:ext cx="13747992" cy="787939"/>
            <a:chOff x="0" y="0"/>
            <a:chExt cx="3620870" cy="2075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20870" cy="207523"/>
            </a:xfrm>
            <a:custGeom>
              <a:avLst/>
              <a:gdLst/>
              <a:ahLst/>
              <a:cxnLst/>
              <a:rect r="r" b="b" t="t" l="l"/>
              <a:pathLst>
                <a:path h="207523" w="3620870">
                  <a:moveTo>
                    <a:pt x="341767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3620870" y="207523"/>
                  </a:lnTo>
                  <a:lnTo>
                    <a:pt x="341767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341767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822205" y="9769247"/>
            <a:ext cx="6713112" cy="787939"/>
            <a:chOff x="0" y="0"/>
            <a:chExt cx="1768062" cy="2075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68062" cy="207523"/>
            </a:xfrm>
            <a:custGeom>
              <a:avLst/>
              <a:gdLst/>
              <a:ahLst/>
              <a:cxnLst/>
              <a:rect r="r" b="b" t="t" l="l"/>
              <a:pathLst>
                <a:path h="207523" w="1768062">
                  <a:moveTo>
                    <a:pt x="1564862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768062" y="207523"/>
                  </a:lnTo>
                  <a:lnTo>
                    <a:pt x="1564862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57150"/>
              <a:ext cx="1564862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23175" y="9769247"/>
            <a:ext cx="1543050" cy="787939"/>
            <a:chOff x="0" y="0"/>
            <a:chExt cx="406400" cy="2075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400" cy="207523"/>
            </a:xfrm>
            <a:custGeom>
              <a:avLst/>
              <a:gdLst/>
              <a:ahLst/>
              <a:cxnLst/>
              <a:rect r="r" b="b" t="t" l="l"/>
              <a:pathLst>
                <a:path h="207523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406400" y="20752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57150"/>
              <a:ext cx="20320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57824" y="9769247"/>
            <a:ext cx="14113894" cy="787939"/>
            <a:chOff x="0" y="0"/>
            <a:chExt cx="3717240" cy="20752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17240" cy="207523"/>
            </a:xfrm>
            <a:custGeom>
              <a:avLst/>
              <a:gdLst/>
              <a:ahLst/>
              <a:cxnLst/>
              <a:rect r="r" b="b" t="t" l="l"/>
              <a:pathLst>
                <a:path h="207523" w="3717240">
                  <a:moveTo>
                    <a:pt x="351404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3717240" y="207523"/>
                  </a:lnTo>
                  <a:lnTo>
                    <a:pt x="351404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57150"/>
              <a:ext cx="351404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475081" y="6224476"/>
            <a:ext cx="6004083" cy="111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-input txt</a:t>
            </a:r>
          </a:p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-each line broken down by whitespace</a:t>
            </a:r>
          </a:p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-all words added to array</a:t>
            </a:r>
          </a:p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-array created for each line</a:t>
            </a:r>
          </a:p>
        </p:txBody>
      </p:sp>
      <p:sp>
        <p:nvSpPr>
          <p:cNvPr name="Freeform 21" id="21"/>
          <p:cNvSpPr/>
          <p:nvPr/>
        </p:nvSpPr>
        <p:spPr>
          <a:xfrm flipH="true" flipV="false" rot="-10800000">
            <a:off x="-1593397" y="5049798"/>
            <a:ext cx="3698612" cy="4114800"/>
          </a:xfrm>
          <a:custGeom>
            <a:avLst/>
            <a:gdLst/>
            <a:ahLst/>
            <a:cxnLst/>
            <a:rect r="r" b="b" t="t" l="l"/>
            <a:pathLst>
              <a:path h="4114800" w="3698612">
                <a:moveTo>
                  <a:pt x="3698612" y="0"/>
                </a:moveTo>
                <a:lnTo>
                  <a:pt x="0" y="0"/>
                </a:lnTo>
                <a:lnTo>
                  <a:pt x="0" y="4114800"/>
                </a:lnTo>
                <a:lnTo>
                  <a:pt x="3698612" y="4114800"/>
                </a:lnTo>
                <a:lnTo>
                  <a:pt x="36986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357677" y="5540685"/>
            <a:ext cx="462455" cy="462455"/>
          </a:xfrm>
          <a:custGeom>
            <a:avLst/>
            <a:gdLst/>
            <a:ahLst/>
            <a:cxnLst/>
            <a:rect r="r" b="b" t="t" l="l"/>
            <a:pathLst>
              <a:path h="462455" w="462455">
                <a:moveTo>
                  <a:pt x="0" y="0"/>
                </a:moveTo>
                <a:lnTo>
                  <a:pt x="462455" y="0"/>
                </a:lnTo>
                <a:lnTo>
                  <a:pt x="462455" y="462455"/>
                </a:lnTo>
                <a:lnTo>
                  <a:pt x="0" y="4624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183368" y="8490358"/>
            <a:ext cx="591590" cy="591590"/>
          </a:xfrm>
          <a:custGeom>
            <a:avLst/>
            <a:gdLst/>
            <a:ahLst/>
            <a:cxnLst/>
            <a:rect r="r" b="b" t="t" l="l"/>
            <a:pathLst>
              <a:path h="591590" w="591590">
                <a:moveTo>
                  <a:pt x="0" y="0"/>
                </a:moveTo>
                <a:lnTo>
                  <a:pt x="591590" y="0"/>
                </a:lnTo>
                <a:lnTo>
                  <a:pt x="591590" y="591590"/>
                </a:lnTo>
                <a:lnTo>
                  <a:pt x="0" y="5915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521750" y="621204"/>
            <a:ext cx="6037252" cy="5699642"/>
          </a:xfrm>
          <a:custGeom>
            <a:avLst/>
            <a:gdLst/>
            <a:ahLst/>
            <a:cxnLst/>
            <a:rect r="r" b="b" t="t" l="l"/>
            <a:pathLst>
              <a:path h="5699642" w="6037252">
                <a:moveTo>
                  <a:pt x="0" y="0"/>
                </a:moveTo>
                <a:lnTo>
                  <a:pt x="6037252" y="0"/>
                </a:lnTo>
                <a:lnTo>
                  <a:pt x="6037252" y="5699642"/>
                </a:lnTo>
                <a:lnTo>
                  <a:pt x="0" y="56996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7309132" y="6124434"/>
            <a:ext cx="2060313" cy="392824"/>
            <a:chOff x="0" y="0"/>
            <a:chExt cx="1088434" cy="20752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88434" cy="207523"/>
            </a:xfrm>
            <a:custGeom>
              <a:avLst/>
              <a:gdLst/>
              <a:ahLst/>
              <a:cxnLst/>
              <a:rect r="r" b="b" t="t" l="l"/>
              <a:pathLst>
                <a:path h="207523" w="1088434">
                  <a:moveTo>
                    <a:pt x="885234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088434" y="207523"/>
                  </a:lnTo>
                  <a:lnTo>
                    <a:pt x="885234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01600" y="-57150"/>
              <a:ext cx="885234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871961" y="2483586"/>
            <a:ext cx="1374082" cy="392824"/>
            <a:chOff x="0" y="0"/>
            <a:chExt cx="725907" cy="20752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25907" cy="207523"/>
            </a:xfrm>
            <a:custGeom>
              <a:avLst/>
              <a:gdLst/>
              <a:ahLst/>
              <a:cxnLst/>
              <a:rect r="r" b="b" t="t" l="l"/>
              <a:pathLst>
                <a:path h="207523" w="725907">
                  <a:moveTo>
                    <a:pt x="522707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725907" y="207523"/>
                  </a:lnTo>
                  <a:lnTo>
                    <a:pt x="522707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01600" y="-57150"/>
              <a:ext cx="522707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5400000">
            <a:off x="1234857" y="3096692"/>
            <a:ext cx="4093339" cy="480448"/>
            <a:chOff x="0" y="0"/>
            <a:chExt cx="1768062" cy="20752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768062" cy="207523"/>
            </a:xfrm>
            <a:custGeom>
              <a:avLst/>
              <a:gdLst/>
              <a:ahLst/>
              <a:cxnLst/>
              <a:rect r="r" b="b" t="t" l="l"/>
              <a:pathLst>
                <a:path h="207523" w="1768062">
                  <a:moveTo>
                    <a:pt x="1564862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768062" y="207523"/>
                  </a:lnTo>
                  <a:lnTo>
                    <a:pt x="1564862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01600" y="-57150"/>
              <a:ext cx="1564862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0588905" y="6674338"/>
            <a:ext cx="6051734" cy="240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530"/>
              </a:lnSpc>
            </a:pPr>
            <a:r>
              <a:rPr lang="en-US" sz="16177">
                <a:solidFill>
                  <a:srgbClr val="6D9EBF"/>
                </a:solidFill>
                <a:latin typeface="Roller"/>
                <a:ea typeface="Roller"/>
                <a:cs typeface="Roller"/>
                <a:sym typeface="Roller"/>
              </a:rPr>
              <a:t>TEXT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857680" y="5569260"/>
            <a:ext cx="2782958" cy="1281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273"/>
              </a:lnSpc>
            </a:pPr>
            <a:r>
              <a:rPr lang="en-US" sz="8618">
                <a:solidFill>
                  <a:srgbClr val="FFFFFF"/>
                </a:solidFill>
                <a:latin typeface="Roller"/>
                <a:ea typeface="Roller"/>
                <a:cs typeface="Roller"/>
                <a:sym typeface="Roller"/>
              </a:rPr>
              <a:t>SPLIT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90858" y="-310009"/>
            <a:ext cx="6133374" cy="787939"/>
            <a:chOff x="0" y="0"/>
            <a:chExt cx="1615374" cy="207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5374" cy="207523"/>
            </a:xfrm>
            <a:custGeom>
              <a:avLst/>
              <a:gdLst/>
              <a:ahLst/>
              <a:cxnLst/>
              <a:rect r="r" b="b" t="t" l="l"/>
              <a:pathLst>
                <a:path h="207523" w="1615374">
                  <a:moveTo>
                    <a:pt x="1412174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615374" y="207523"/>
                  </a:lnTo>
                  <a:lnTo>
                    <a:pt x="1412174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1412174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02392" y="-310009"/>
            <a:ext cx="1543050" cy="787939"/>
            <a:chOff x="0" y="0"/>
            <a:chExt cx="406400" cy="2075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207523"/>
            </a:xfrm>
            <a:custGeom>
              <a:avLst/>
              <a:gdLst/>
              <a:ahLst/>
              <a:cxnLst/>
              <a:rect r="r" b="b" t="t" l="l"/>
              <a:pathLst>
                <a:path h="207523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406400" y="20752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57150"/>
              <a:ext cx="20320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991015" y="-310009"/>
            <a:ext cx="13747992" cy="787939"/>
            <a:chOff x="0" y="0"/>
            <a:chExt cx="3620870" cy="2075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20870" cy="207523"/>
            </a:xfrm>
            <a:custGeom>
              <a:avLst/>
              <a:gdLst/>
              <a:ahLst/>
              <a:cxnLst/>
              <a:rect r="r" b="b" t="t" l="l"/>
              <a:pathLst>
                <a:path h="207523" w="3620870">
                  <a:moveTo>
                    <a:pt x="341767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3620870" y="207523"/>
                  </a:lnTo>
                  <a:lnTo>
                    <a:pt x="341767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341767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822205" y="9769247"/>
            <a:ext cx="6713112" cy="787939"/>
            <a:chOff x="0" y="0"/>
            <a:chExt cx="1768062" cy="2075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68062" cy="207523"/>
            </a:xfrm>
            <a:custGeom>
              <a:avLst/>
              <a:gdLst/>
              <a:ahLst/>
              <a:cxnLst/>
              <a:rect r="r" b="b" t="t" l="l"/>
              <a:pathLst>
                <a:path h="207523" w="1768062">
                  <a:moveTo>
                    <a:pt x="1564862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768062" y="207523"/>
                  </a:lnTo>
                  <a:lnTo>
                    <a:pt x="1564862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57150"/>
              <a:ext cx="1564862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23175" y="9769247"/>
            <a:ext cx="1543050" cy="787939"/>
            <a:chOff x="0" y="0"/>
            <a:chExt cx="406400" cy="2075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400" cy="207523"/>
            </a:xfrm>
            <a:custGeom>
              <a:avLst/>
              <a:gdLst/>
              <a:ahLst/>
              <a:cxnLst/>
              <a:rect r="r" b="b" t="t" l="l"/>
              <a:pathLst>
                <a:path h="207523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406400" y="20752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57150"/>
              <a:ext cx="20320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57824" y="9769247"/>
            <a:ext cx="14113894" cy="787939"/>
            <a:chOff x="0" y="0"/>
            <a:chExt cx="3717240" cy="20752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17240" cy="207523"/>
            </a:xfrm>
            <a:custGeom>
              <a:avLst/>
              <a:gdLst/>
              <a:ahLst/>
              <a:cxnLst/>
              <a:rect r="r" b="b" t="t" l="l"/>
              <a:pathLst>
                <a:path h="207523" w="3717240">
                  <a:moveTo>
                    <a:pt x="351404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3717240" y="207523"/>
                  </a:lnTo>
                  <a:lnTo>
                    <a:pt x="351404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57150"/>
              <a:ext cx="351404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155292" y="5532253"/>
            <a:ext cx="7263060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-creates a variable</a:t>
            </a:r>
          </a:p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-assigns it a name</a:t>
            </a:r>
          </a:p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-gives it a value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499536" y="1028700"/>
            <a:ext cx="840363" cy="840363"/>
          </a:xfrm>
          <a:custGeom>
            <a:avLst/>
            <a:gdLst/>
            <a:ahLst/>
            <a:cxnLst/>
            <a:rect r="r" b="b" t="t" l="l"/>
            <a:pathLst>
              <a:path h="840363" w="840363">
                <a:moveTo>
                  <a:pt x="0" y="0"/>
                </a:moveTo>
                <a:lnTo>
                  <a:pt x="840363" y="0"/>
                </a:lnTo>
                <a:lnTo>
                  <a:pt x="840363" y="840363"/>
                </a:lnTo>
                <a:lnTo>
                  <a:pt x="0" y="840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-10800000">
            <a:off x="-1164261" y="4416971"/>
            <a:ext cx="3698612" cy="4114800"/>
          </a:xfrm>
          <a:custGeom>
            <a:avLst/>
            <a:gdLst/>
            <a:ahLst/>
            <a:cxnLst/>
            <a:rect r="r" b="b" t="t" l="l"/>
            <a:pathLst>
              <a:path h="4114800" w="3698612">
                <a:moveTo>
                  <a:pt x="3698611" y="0"/>
                </a:moveTo>
                <a:lnTo>
                  <a:pt x="0" y="0"/>
                </a:lnTo>
                <a:lnTo>
                  <a:pt x="0" y="4114800"/>
                </a:lnTo>
                <a:lnTo>
                  <a:pt x="3698611" y="4114800"/>
                </a:lnTo>
                <a:lnTo>
                  <a:pt x="369861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234107" y="4095566"/>
            <a:ext cx="7842175" cy="2515671"/>
          </a:xfrm>
          <a:custGeom>
            <a:avLst/>
            <a:gdLst/>
            <a:ahLst/>
            <a:cxnLst/>
            <a:rect r="r" b="b" t="t" l="l"/>
            <a:pathLst>
              <a:path h="2515671" w="7842175">
                <a:moveTo>
                  <a:pt x="0" y="0"/>
                </a:moveTo>
                <a:lnTo>
                  <a:pt x="7842174" y="0"/>
                </a:lnTo>
                <a:lnTo>
                  <a:pt x="7842174" y="2515672"/>
                </a:lnTo>
                <a:lnTo>
                  <a:pt x="0" y="25156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48" r="0" b="-248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6015968" y="3899155"/>
            <a:ext cx="2060313" cy="392824"/>
            <a:chOff x="0" y="0"/>
            <a:chExt cx="1088434" cy="20752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88434" cy="207523"/>
            </a:xfrm>
            <a:custGeom>
              <a:avLst/>
              <a:gdLst/>
              <a:ahLst/>
              <a:cxnLst/>
              <a:rect r="r" b="b" t="t" l="l"/>
              <a:pathLst>
                <a:path h="207523" w="1088434">
                  <a:moveTo>
                    <a:pt x="885234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088434" y="207523"/>
                  </a:lnTo>
                  <a:lnTo>
                    <a:pt x="885234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01600" y="-57150"/>
              <a:ext cx="885234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982942" y="6234147"/>
            <a:ext cx="4093339" cy="480448"/>
            <a:chOff x="0" y="0"/>
            <a:chExt cx="1768062" cy="20752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68062" cy="207523"/>
            </a:xfrm>
            <a:custGeom>
              <a:avLst/>
              <a:gdLst/>
              <a:ahLst/>
              <a:cxnLst/>
              <a:rect r="r" b="b" t="t" l="l"/>
              <a:pathLst>
                <a:path h="207523" w="1768062">
                  <a:moveTo>
                    <a:pt x="1564862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768062" y="207523"/>
                  </a:lnTo>
                  <a:lnTo>
                    <a:pt x="1564862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01600" y="-57150"/>
              <a:ext cx="1564862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9144000" y="7602449"/>
            <a:ext cx="603966" cy="603966"/>
          </a:xfrm>
          <a:custGeom>
            <a:avLst/>
            <a:gdLst/>
            <a:ahLst/>
            <a:cxnLst/>
            <a:rect r="r" b="b" t="t" l="l"/>
            <a:pathLst>
              <a:path h="603966" w="603966">
                <a:moveTo>
                  <a:pt x="0" y="0"/>
                </a:moveTo>
                <a:lnTo>
                  <a:pt x="603966" y="0"/>
                </a:lnTo>
                <a:lnTo>
                  <a:pt x="603966" y="603967"/>
                </a:lnTo>
                <a:lnTo>
                  <a:pt x="0" y="6039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-5400000">
            <a:off x="9547066" y="5307266"/>
            <a:ext cx="1374082" cy="392824"/>
            <a:chOff x="0" y="0"/>
            <a:chExt cx="725907" cy="20752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25907" cy="207523"/>
            </a:xfrm>
            <a:custGeom>
              <a:avLst/>
              <a:gdLst/>
              <a:ahLst/>
              <a:cxnLst/>
              <a:rect r="r" b="b" t="t" l="l"/>
              <a:pathLst>
                <a:path h="207523" w="725907">
                  <a:moveTo>
                    <a:pt x="522707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725907" y="207523"/>
                  </a:lnTo>
                  <a:lnTo>
                    <a:pt x="522707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01600" y="-57150"/>
              <a:ext cx="522707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2155292" y="2899226"/>
            <a:ext cx="8078814" cy="1196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80"/>
              </a:lnSpc>
            </a:pPr>
            <a:r>
              <a:rPr lang="en-US" sz="8000">
                <a:solidFill>
                  <a:srgbClr val="6D9EBF"/>
                </a:solidFill>
                <a:latin typeface="Roller"/>
                <a:ea typeface="Roller"/>
                <a:cs typeface="Roller"/>
                <a:sym typeface="Roller"/>
              </a:rPr>
              <a:t>STATEMENTS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155292" y="1897638"/>
            <a:ext cx="6260586" cy="1281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273"/>
              </a:lnSpc>
            </a:pPr>
            <a:r>
              <a:rPr lang="en-US" sz="8618">
                <a:solidFill>
                  <a:srgbClr val="FFFFFF"/>
                </a:solidFill>
                <a:latin typeface="Roller"/>
                <a:ea typeface="Roller"/>
                <a:cs typeface="Roller"/>
                <a:sym typeface="Roller"/>
              </a:rPr>
              <a:t>ASSIGNMENT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90858" y="-310009"/>
            <a:ext cx="6133374" cy="787939"/>
            <a:chOff x="0" y="0"/>
            <a:chExt cx="1615374" cy="207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5374" cy="207523"/>
            </a:xfrm>
            <a:custGeom>
              <a:avLst/>
              <a:gdLst/>
              <a:ahLst/>
              <a:cxnLst/>
              <a:rect r="r" b="b" t="t" l="l"/>
              <a:pathLst>
                <a:path h="207523" w="1615374">
                  <a:moveTo>
                    <a:pt x="1412174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615374" y="207523"/>
                  </a:lnTo>
                  <a:lnTo>
                    <a:pt x="1412174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1412174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02392" y="-310009"/>
            <a:ext cx="1543050" cy="787939"/>
            <a:chOff x="0" y="0"/>
            <a:chExt cx="406400" cy="2075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207523"/>
            </a:xfrm>
            <a:custGeom>
              <a:avLst/>
              <a:gdLst/>
              <a:ahLst/>
              <a:cxnLst/>
              <a:rect r="r" b="b" t="t" l="l"/>
              <a:pathLst>
                <a:path h="207523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406400" y="20752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57150"/>
              <a:ext cx="20320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991015" y="-310009"/>
            <a:ext cx="13747992" cy="787939"/>
            <a:chOff x="0" y="0"/>
            <a:chExt cx="3620870" cy="2075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20870" cy="207523"/>
            </a:xfrm>
            <a:custGeom>
              <a:avLst/>
              <a:gdLst/>
              <a:ahLst/>
              <a:cxnLst/>
              <a:rect r="r" b="b" t="t" l="l"/>
              <a:pathLst>
                <a:path h="207523" w="3620870">
                  <a:moveTo>
                    <a:pt x="341767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3620870" y="207523"/>
                  </a:lnTo>
                  <a:lnTo>
                    <a:pt x="341767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341767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822205" y="9769247"/>
            <a:ext cx="6713112" cy="787939"/>
            <a:chOff x="0" y="0"/>
            <a:chExt cx="1768062" cy="2075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68062" cy="207523"/>
            </a:xfrm>
            <a:custGeom>
              <a:avLst/>
              <a:gdLst/>
              <a:ahLst/>
              <a:cxnLst/>
              <a:rect r="r" b="b" t="t" l="l"/>
              <a:pathLst>
                <a:path h="207523" w="1768062">
                  <a:moveTo>
                    <a:pt x="1564862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768062" y="207523"/>
                  </a:lnTo>
                  <a:lnTo>
                    <a:pt x="1564862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57150"/>
              <a:ext cx="1564862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23175" y="9769247"/>
            <a:ext cx="1543050" cy="787939"/>
            <a:chOff x="0" y="0"/>
            <a:chExt cx="406400" cy="2075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400" cy="207523"/>
            </a:xfrm>
            <a:custGeom>
              <a:avLst/>
              <a:gdLst/>
              <a:ahLst/>
              <a:cxnLst/>
              <a:rect r="r" b="b" t="t" l="l"/>
              <a:pathLst>
                <a:path h="207523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406400" y="20752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57150"/>
              <a:ext cx="20320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57824" y="9769247"/>
            <a:ext cx="14113894" cy="787939"/>
            <a:chOff x="0" y="0"/>
            <a:chExt cx="3717240" cy="20752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17240" cy="207523"/>
            </a:xfrm>
            <a:custGeom>
              <a:avLst/>
              <a:gdLst/>
              <a:ahLst/>
              <a:cxnLst/>
              <a:rect r="r" b="b" t="t" l="l"/>
              <a:pathLst>
                <a:path h="207523" w="3717240">
                  <a:moveTo>
                    <a:pt x="351404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3717240" y="207523"/>
                  </a:lnTo>
                  <a:lnTo>
                    <a:pt x="351404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57150"/>
              <a:ext cx="351404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true" rot="-10800000">
            <a:off x="15810121" y="2178990"/>
            <a:ext cx="3698612" cy="4114800"/>
          </a:xfrm>
          <a:custGeom>
            <a:avLst/>
            <a:gdLst/>
            <a:ahLst/>
            <a:cxnLst/>
            <a:rect r="r" b="b" t="t" l="l"/>
            <a:pathLst>
              <a:path h="4114800" w="3698612">
                <a:moveTo>
                  <a:pt x="0" y="4114800"/>
                </a:moveTo>
                <a:lnTo>
                  <a:pt x="3698611" y="4114800"/>
                </a:lnTo>
                <a:lnTo>
                  <a:pt x="3698611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99536" y="1028700"/>
            <a:ext cx="1058329" cy="1058329"/>
          </a:xfrm>
          <a:custGeom>
            <a:avLst/>
            <a:gdLst/>
            <a:ahLst/>
            <a:cxnLst/>
            <a:rect r="r" b="b" t="t" l="l"/>
            <a:pathLst>
              <a:path h="1058329" w="1058329">
                <a:moveTo>
                  <a:pt x="0" y="0"/>
                </a:moveTo>
                <a:lnTo>
                  <a:pt x="1058328" y="0"/>
                </a:lnTo>
                <a:lnTo>
                  <a:pt x="1058328" y="1058329"/>
                </a:lnTo>
                <a:lnTo>
                  <a:pt x="0" y="10583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931946" y="5143500"/>
            <a:ext cx="11301259" cy="3955441"/>
          </a:xfrm>
          <a:custGeom>
            <a:avLst/>
            <a:gdLst/>
            <a:ahLst/>
            <a:cxnLst/>
            <a:rect r="r" b="b" t="t" l="l"/>
            <a:pathLst>
              <a:path h="3955441" w="11301259">
                <a:moveTo>
                  <a:pt x="0" y="0"/>
                </a:moveTo>
                <a:lnTo>
                  <a:pt x="11301259" y="0"/>
                </a:lnTo>
                <a:lnTo>
                  <a:pt x="11301259" y="3955441"/>
                </a:lnTo>
                <a:lnTo>
                  <a:pt x="0" y="39554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5400000">
            <a:off x="13203048" y="5730549"/>
            <a:ext cx="2060313" cy="392824"/>
            <a:chOff x="0" y="0"/>
            <a:chExt cx="1088434" cy="20752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88434" cy="207523"/>
            </a:xfrm>
            <a:custGeom>
              <a:avLst/>
              <a:gdLst/>
              <a:ahLst/>
              <a:cxnLst/>
              <a:rect r="r" b="b" t="t" l="l"/>
              <a:pathLst>
                <a:path h="207523" w="1088434">
                  <a:moveTo>
                    <a:pt x="885234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088434" y="207523"/>
                  </a:lnTo>
                  <a:lnTo>
                    <a:pt x="885234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01600" y="-57150"/>
              <a:ext cx="885234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5400000">
            <a:off x="2244905" y="6417590"/>
            <a:ext cx="1374082" cy="392824"/>
            <a:chOff x="0" y="0"/>
            <a:chExt cx="725907" cy="20752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25907" cy="207523"/>
            </a:xfrm>
            <a:custGeom>
              <a:avLst/>
              <a:gdLst/>
              <a:ahLst/>
              <a:cxnLst/>
              <a:rect r="r" b="b" t="t" l="l"/>
              <a:pathLst>
                <a:path h="207523" w="725907">
                  <a:moveTo>
                    <a:pt x="522707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725907" y="207523"/>
                  </a:lnTo>
                  <a:lnTo>
                    <a:pt x="522707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01600" y="-57150"/>
              <a:ext cx="522707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710307" y="8808300"/>
            <a:ext cx="4093339" cy="450000"/>
            <a:chOff x="0" y="0"/>
            <a:chExt cx="1768062" cy="19437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68062" cy="194371"/>
            </a:xfrm>
            <a:custGeom>
              <a:avLst/>
              <a:gdLst/>
              <a:ahLst/>
              <a:cxnLst/>
              <a:rect r="r" b="b" t="t" l="l"/>
              <a:pathLst>
                <a:path h="194371" w="1768062">
                  <a:moveTo>
                    <a:pt x="1564862" y="0"/>
                  </a:moveTo>
                  <a:lnTo>
                    <a:pt x="0" y="0"/>
                  </a:lnTo>
                  <a:lnTo>
                    <a:pt x="203200" y="194371"/>
                  </a:lnTo>
                  <a:lnTo>
                    <a:pt x="1768062" y="194371"/>
                  </a:lnTo>
                  <a:lnTo>
                    <a:pt x="1564862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01600" y="-57150"/>
              <a:ext cx="1564862" cy="2515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92703" y="2991472"/>
            <a:ext cx="5529124" cy="1089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8"/>
              </a:lnSpc>
            </a:pPr>
            <a:r>
              <a:rPr lang="en-US" sz="7300">
                <a:solidFill>
                  <a:srgbClr val="6D9EBF"/>
                </a:solidFill>
                <a:latin typeface="Roller"/>
                <a:ea typeface="Roller"/>
                <a:cs typeface="Roller"/>
                <a:sym typeface="Roller"/>
              </a:rPr>
              <a:t>STATEMENTS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92703" y="1984282"/>
            <a:ext cx="5854034" cy="126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0"/>
              </a:lnSpc>
            </a:pPr>
            <a:r>
              <a:rPr lang="en-US" sz="8459">
                <a:solidFill>
                  <a:srgbClr val="FFFFFF"/>
                </a:solidFill>
                <a:latin typeface="Roller"/>
                <a:ea typeface="Roller"/>
                <a:cs typeface="Roller"/>
                <a:sym typeface="Roller"/>
              </a:rPr>
              <a:t>IF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602792" y="3120824"/>
            <a:ext cx="7088543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-compare expressions</a:t>
            </a:r>
          </a:p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-execute code based on said statement</a:t>
            </a:r>
          </a:p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-run else if if statement is not valid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90858" y="-310009"/>
            <a:ext cx="6133374" cy="787939"/>
            <a:chOff x="0" y="0"/>
            <a:chExt cx="1615374" cy="207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5374" cy="207523"/>
            </a:xfrm>
            <a:custGeom>
              <a:avLst/>
              <a:gdLst/>
              <a:ahLst/>
              <a:cxnLst/>
              <a:rect r="r" b="b" t="t" l="l"/>
              <a:pathLst>
                <a:path h="207523" w="1615374">
                  <a:moveTo>
                    <a:pt x="1412174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615374" y="207523"/>
                  </a:lnTo>
                  <a:lnTo>
                    <a:pt x="1412174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1412174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02392" y="-310009"/>
            <a:ext cx="1543050" cy="787939"/>
            <a:chOff x="0" y="0"/>
            <a:chExt cx="406400" cy="2075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207523"/>
            </a:xfrm>
            <a:custGeom>
              <a:avLst/>
              <a:gdLst/>
              <a:ahLst/>
              <a:cxnLst/>
              <a:rect r="r" b="b" t="t" l="l"/>
              <a:pathLst>
                <a:path h="207523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406400" y="20752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57150"/>
              <a:ext cx="20320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991015" y="-310009"/>
            <a:ext cx="13747992" cy="787939"/>
            <a:chOff x="0" y="0"/>
            <a:chExt cx="3620870" cy="2075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20870" cy="207523"/>
            </a:xfrm>
            <a:custGeom>
              <a:avLst/>
              <a:gdLst/>
              <a:ahLst/>
              <a:cxnLst/>
              <a:rect r="r" b="b" t="t" l="l"/>
              <a:pathLst>
                <a:path h="207523" w="3620870">
                  <a:moveTo>
                    <a:pt x="341767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3620870" y="207523"/>
                  </a:lnTo>
                  <a:lnTo>
                    <a:pt x="341767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341767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822205" y="9769247"/>
            <a:ext cx="6713112" cy="787939"/>
            <a:chOff x="0" y="0"/>
            <a:chExt cx="1768062" cy="2075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68062" cy="207523"/>
            </a:xfrm>
            <a:custGeom>
              <a:avLst/>
              <a:gdLst/>
              <a:ahLst/>
              <a:cxnLst/>
              <a:rect r="r" b="b" t="t" l="l"/>
              <a:pathLst>
                <a:path h="207523" w="1768062">
                  <a:moveTo>
                    <a:pt x="1564862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768062" y="207523"/>
                  </a:lnTo>
                  <a:lnTo>
                    <a:pt x="1564862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57150"/>
              <a:ext cx="1564862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23175" y="9769247"/>
            <a:ext cx="1543050" cy="787939"/>
            <a:chOff x="0" y="0"/>
            <a:chExt cx="406400" cy="2075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400" cy="207523"/>
            </a:xfrm>
            <a:custGeom>
              <a:avLst/>
              <a:gdLst/>
              <a:ahLst/>
              <a:cxnLst/>
              <a:rect r="r" b="b" t="t" l="l"/>
              <a:pathLst>
                <a:path h="207523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406400" y="20752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57150"/>
              <a:ext cx="20320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57824" y="9769247"/>
            <a:ext cx="14113894" cy="787939"/>
            <a:chOff x="0" y="0"/>
            <a:chExt cx="3717240" cy="20752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17240" cy="207523"/>
            </a:xfrm>
            <a:custGeom>
              <a:avLst/>
              <a:gdLst/>
              <a:ahLst/>
              <a:cxnLst/>
              <a:rect r="r" b="b" t="t" l="l"/>
              <a:pathLst>
                <a:path h="207523" w="3717240">
                  <a:moveTo>
                    <a:pt x="351404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3717240" y="207523"/>
                  </a:lnTo>
                  <a:lnTo>
                    <a:pt x="351404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57150"/>
              <a:ext cx="351404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-10800000">
            <a:off x="16438694" y="4824857"/>
            <a:ext cx="3698612" cy="4114800"/>
          </a:xfrm>
          <a:custGeom>
            <a:avLst/>
            <a:gdLst/>
            <a:ahLst/>
            <a:cxnLst/>
            <a:rect r="r" b="b" t="t" l="l"/>
            <a:pathLst>
              <a:path h="4114800" w="3698612">
                <a:moveTo>
                  <a:pt x="0" y="0"/>
                </a:moveTo>
                <a:lnTo>
                  <a:pt x="3698612" y="0"/>
                </a:lnTo>
                <a:lnTo>
                  <a:pt x="36986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55718" y="1110107"/>
            <a:ext cx="11301259" cy="4393364"/>
          </a:xfrm>
          <a:custGeom>
            <a:avLst/>
            <a:gdLst/>
            <a:ahLst/>
            <a:cxnLst/>
            <a:rect r="r" b="b" t="t" l="l"/>
            <a:pathLst>
              <a:path h="4393364" w="11301259">
                <a:moveTo>
                  <a:pt x="0" y="0"/>
                </a:moveTo>
                <a:lnTo>
                  <a:pt x="11301259" y="0"/>
                </a:lnTo>
                <a:lnTo>
                  <a:pt x="11301259" y="4393364"/>
                </a:lnTo>
                <a:lnTo>
                  <a:pt x="0" y="4393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060638" y="832288"/>
            <a:ext cx="2060313" cy="392824"/>
            <a:chOff x="0" y="0"/>
            <a:chExt cx="1088434" cy="20752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8434" cy="207523"/>
            </a:xfrm>
            <a:custGeom>
              <a:avLst/>
              <a:gdLst/>
              <a:ahLst/>
              <a:cxnLst/>
              <a:rect r="r" b="b" t="t" l="l"/>
              <a:pathLst>
                <a:path h="207523" w="1088434">
                  <a:moveTo>
                    <a:pt x="885234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088434" y="207523"/>
                  </a:lnTo>
                  <a:lnTo>
                    <a:pt x="885234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01600" y="-57150"/>
              <a:ext cx="885234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5400000">
            <a:off x="-231323" y="2727659"/>
            <a:ext cx="1374082" cy="392824"/>
            <a:chOff x="0" y="0"/>
            <a:chExt cx="725907" cy="20752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25907" cy="207523"/>
            </a:xfrm>
            <a:custGeom>
              <a:avLst/>
              <a:gdLst/>
              <a:ahLst/>
              <a:cxnLst/>
              <a:rect r="r" b="b" t="t" l="l"/>
              <a:pathLst>
                <a:path h="207523" w="725907">
                  <a:moveTo>
                    <a:pt x="522707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725907" y="207523"/>
                  </a:lnTo>
                  <a:lnTo>
                    <a:pt x="522707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01600" y="-57150"/>
              <a:ext cx="522707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106347" y="5295464"/>
            <a:ext cx="4093339" cy="480448"/>
            <a:chOff x="0" y="0"/>
            <a:chExt cx="1768062" cy="20752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68062" cy="207523"/>
            </a:xfrm>
            <a:custGeom>
              <a:avLst/>
              <a:gdLst/>
              <a:ahLst/>
              <a:cxnLst/>
              <a:rect r="r" b="b" t="t" l="l"/>
              <a:pathLst>
                <a:path h="207523" w="1768062">
                  <a:moveTo>
                    <a:pt x="1564862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768062" y="207523"/>
                  </a:lnTo>
                  <a:lnTo>
                    <a:pt x="1564862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01600" y="-57150"/>
              <a:ext cx="1564862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0658497" y="5606058"/>
            <a:ext cx="462455" cy="462455"/>
          </a:xfrm>
          <a:custGeom>
            <a:avLst/>
            <a:gdLst/>
            <a:ahLst/>
            <a:cxnLst/>
            <a:rect r="r" b="b" t="t" l="l"/>
            <a:pathLst>
              <a:path h="462455" w="462455">
                <a:moveTo>
                  <a:pt x="0" y="0"/>
                </a:moveTo>
                <a:lnTo>
                  <a:pt x="462454" y="0"/>
                </a:lnTo>
                <a:lnTo>
                  <a:pt x="462454" y="462455"/>
                </a:lnTo>
                <a:lnTo>
                  <a:pt x="0" y="4624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4732118" y="7937032"/>
            <a:ext cx="549641" cy="549641"/>
          </a:xfrm>
          <a:custGeom>
            <a:avLst/>
            <a:gdLst/>
            <a:ahLst/>
            <a:cxnLst/>
            <a:rect r="r" b="b" t="t" l="l"/>
            <a:pathLst>
              <a:path h="549641" w="549641">
                <a:moveTo>
                  <a:pt x="0" y="0"/>
                </a:moveTo>
                <a:lnTo>
                  <a:pt x="549640" y="0"/>
                </a:lnTo>
                <a:lnTo>
                  <a:pt x="549640" y="549641"/>
                </a:lnTo>
                <a:lnTo>
                  <a:pt x="0" y="5496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028700" y="6972037"/>
            <a:ext cx="11145908" cy="1999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74"/>
              </a:lnSpc>
            </a:pPr>
            <a:r>
              <a:rPr lang="en-US" sz="13515">
                <a:solidFill>
                  <a:srgbClr val="6D9EBF"/>
                </a:solidFill>
                <a:latin typeface="Roller"/>
                <a:ea typeface="Roller"/>
                <a:cs typeface="Roller"/>
                <a:sym typeface="Roller"/>
              </a:rPr>
              <a:t>LOOPS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6154698"/>
            <a:ext cx="7812931" cy="1076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1"/>
              </a:lnSpc>
            </a:pPr>
            <a:r>
              <a:rPr lang="en-US" sz="7199">
                <a:solidFill>
                  <a:srgbClr val="FFFFFF"/>
                </a:solidFill>
                <a:latin typeface="Roller"/>
                <a:ea typeface="Roller"/>
                <a:cs typeface="Roller"/>
                <a:sym typeface="Roller"/>
              </a:rPr>
              <a:t>FOR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631808" y="5110298"/>
            <a:ext cx="3955083" cy="194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-creates a variable</a:t>
            </a:r>
          </a:p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-runs that variable in a condition</a:t>
            </a:r>
          </a:p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-updates said variable</a:t>
            </a:r>
          </a:p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-executes code</a:t>
            </a:r>
          </a:p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-variable can be used in code</a:t>
            </a:r>
          </a:p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-can also just be used for iterations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90858" y="-310009"/>
            <a:ext cx="6133374" cy="787939"/>
            <a:chOff x="0" y="0"/>
            <a:chExt cx="1615374" cy="207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5374" cy="207523"/>
            </a:xfrm>
            <a:custGeom>
              <a:avLst/>
              <a:gdLst/>
              <a:ahLst/>
              <a:cxnLst/>
              <a:rect r="r" b="b" t="t" l="l"/>
              <a:pathLst>
                <a:path h="207523" w="1615374">
                  <a:moveTo>
                    <a:pt x="1412174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615374" y="207523"/>
                  </a:lnTo>
                  <a:lnTo>
                    <a:pt x="1412174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1412174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02392" y="-310009"/>
            <a:ext cx="1543050" cy="787939"/>
            <a:chOff x="0" y="0"/>
            <a:chExt cx="406400" cy="2075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207523"/>
            </a:xfrm>
            <a:custGeom>
              <a:avLst/>
              <a:gdLst/>
              <a:ahLst/>
              <a:cxnLst/>
              <a:rect r="r" b="b" t="t" l="l"/>
              <a:pathLst>
                <a:path h="207523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406400" y="20752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57150"/>
              <a:ext cx="20320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991015" y="-310009"/>
            <a:ext cx="13747992" cy="787939"/>
            <a:chOff x="0" y="0"/>
            <a:chExt cx="3620870" cy="2075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20870" cy="207523"/>
            </a:xfrm>
            <a:custGeom>
              <a:avLst/>
              <a:gdLst/>
              <a:ahLst/>
              <a:cxnLst/>
              <a:rect r="r" b="b" t="t" l="l"/>
              <a:pathLst>
                <a:path h="207523" w="3620870">
                  <a:moveTo>
                    <a:pt x="341767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3620870" y="207523"/>
                  </a:lnTo>
                  <a:lnTo>
                    <a:pt x="341767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341767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822205" y="9769247"/>
            <a:ext cx="6713112" cy="787939"/>
            <a:chOff x="0" y="0"/>
            <a:chExt cx="1768062" cy="2075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68062" cy="207523"/>
            </a:xfrm>
            <a:custGeom>
              <a:avLst/>
              <a:gdLst/>
              <a:ahLst/>
              <a:cxnLst/>
              <a:rect r="r" b="b" t="t" l="l"/>
              <a:pathLst>
                <a:path h="207523" w="1768062">
                  <a:moveTo>
                    <a:pt x="1564862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768062" y="207523"/>
                  </a:lnTo>
                  <a:lnTo>
                    <a:pt x="1564862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57150"/>
              <a:ext cx="1564862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23175" y="9769247"/>
            <a:ext cx="1543050" cy="787939"/>
            <a:chOff x="0" y="0"/>
            <a:chExt cx="406400" cy="2075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400" cy="207523"/>
            </a:xfrm>
            <a:custGeom>
              <a:avLst/>
              <a:gdLst/>
              <a:ahLst/>
              <a:cxnLst/>
              <a:rect r="r" b="b" t="t" l="l"/>
              <a:pathLst>
                <a:path h="207523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406400" y="20752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57150"/>
              <a:ext cx="20320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57824" y="9769247"/>
            <a:ext cx="14113894" cy="787939"/>
            <a:chOff x="0" y="0"/>
            <a:chExt cx="3717240" cy="20752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17240" cy="207523"/>
            </a:xfrm>
            <a:custGeom>
              <a:avLst/>
              <a:gdLst/>
              <a:ahLst/>
              <a:cxnLst/>
              <a:rect r="r" b="b" t="t" l="l"/>
              <a:pathLst>
                <a:path h="207523" w="3717240">
                  <a:moveTo>
                    <a:pt x="351404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3717240" y="207523"/>
                  </a:lnTo>
                  <a:lnTo>
                    <a:pt x="351404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57150"/>
              <a:ext cx="351404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true" flipV="false" rot="-10800000">
            <a:off x="-1849306" y="-2090758"/>
            <a:ext cx="3698612" cy="4114800"/>
          </a:xfrm>
          <a:custGeom>
            <a:avLst/>
            <a:gdLst/>
            <a:ahLst/>
            <a:cxnLst/>
            <a:rect r="r" b="b" t="t" l="l"/>
            <a:pathLst>
              <a:path h="4114800" w="3698612">
                <a:moveTo>
                  <a:pt x="3698612" y="0"/>
                </a:moveTo>
                <a:lnTo>
                  <a:pt x="0" y="0"/>
                </a:lnTo>
                <a:lnTo>
                  <a:pt x="0" y="4114800"/>
                </a:lnTo>
                <a:lnTo>
                  <a:pt x="3698612" y="4114800"/>
                </a:lnTo>
                <a:lnTo>
                  <a:pt x="36986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682646" y="5401512"/>
            <a:ext cx="9932126" cy="3617967"/>
          </a:xfrm>
          <a:custGeom>
            <a:avLst/>
            <a:gdLst/>
            <a:ahLst/>
            <a:cxnLst/>
            <a:rect r="r" b="b" t="t" l="l"/>
            <a:pathLst>
              <a:path h="3617967" w="9932126">
                <a:moveTo>
                  <a:pt x="0" y="0"/>
                </a:moveTo>
                <a:lnTo>
                  <a:pt x="9932125" y="0"/>
                </a:lnTo>
                <a:lnTo>
                  <a:pt x="9932125" y="3617967"/>
                </a:lnTo>
                <a:lnTo>
                  <a:pt x="0" y="36179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2173917" y="5205100"/>
            <a:ext cx="1401619" cy="392824"/>
            <a:chOff x="0" y="0"/>
            <a:chExt cx="740455" cy="20752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0455" cy="207523"/>
            </a:xfrm>
            <a:custGeom>
              <a:avLst/>
              <a:gdLst/>
              <a:ahLst/>
              <a:cxnLst/>
              <a:rect r="r" b="b" t="t" l="l"/>
              <a:pathLst>
                <a:path h="207523" w="740455">
                  <a:moveTo>
                    <a:pt x="537255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740455" y="207523"/>
                  </a:lnTo>
                  <a:lnTo>
                    <a:pt x="537255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01600" y="-57150"/>
              <a:ext cx="537255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194700" y="8706056"/>
            <a:ext cx="4093339" cy="416328"/>
            <a:chOff x="0" y="0"/>
            <a:chExt cx="1768062" cy="17982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68062" cy="179827"/>
            </a:xfrm>
            <a:custGeom>
              <a:avLst/>
              <a:gdLst/>
              <a:ahLst/>
              <a:cxnLst/>
              <a:rect r="r" b="b" t="t" l="l"/>
              <a:pathLst>
                <a:path h="179827" w="1768062">
                  <a:moveTo>
                    <a:pt x="1564862" y="0"/>
                  </a:moveTo>
                  <a:lnTo>
                    <a:pt x="0" y="0"/>
                  </a:lnTo>
                  <a:lnTo>
                    <a:pt x="203200" y="179827"/>
                  </a:lnTo>
                  <a:lnTo>
                    <a:pt x="1768062" y="179827"/>
                  </a:lnTo>
                  <a:lnTo>
                    <a:pt x="1564862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01600" y="-57150"/>
              <a:ext cx="1564862" cy="236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5400000">
            <a:off x="2600108" y="7406907"/>
            <a:ext cx="2205474" cy="392824"/>
            <a:chOff x="0" y="0"/>
            <a:chExt cx="1165120" cy="20752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65120" cy="207523"/>
            </a:xfrm>
            <a:custGeom>
              <a:avLst/>
              <a:gdLst/>
              <a:ahLst/>
              <a:cxnLst/>
              <a:rect r="r" b="b" t="t" l="l"/>
              <a:pathLst>
                <a:path h="207523" w="1165120">
                  <a:moveTo>
                    <a:pt x="96192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165120" y="207523"/>
                  </a:lnTo>
                  <a:lnTo>
                    <a:pt x="96192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01600" y="-57150"/>
              <a:ext cx="96192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6974287" y="1073576"/>
            <a:ext cx="570026" cy="570026"/>
          </a:xfrm>
          <a:custGeom>
            <a:avLst/>
            <a:gdLst/>
            <a:ahLst/>
            <a:cxnLst/>
            <a:rect r="r" b="b" t="t" l="l"/>
            <a:pathLst>
              <a:path h="570026" w="570026">
                <a:moveTo>
                  <a:pt x="0" y="0"/>
                </a:moveTo>
                <a:lnTo>
                  <a:pt x="570026" y="0"/>
                </a:lnTo>
                <a:lnTo>
                  <a:pt x="570026" y="570026"/>
                </a:lnTo>
                <a:lnTo>
                  <a:pt x="0" y="5700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97473" y="3430952"/>
            <a:ext cx="462455" cy="462455"/>
          </a:xfrm>
          <a:custGeom>
            <a:avLst/>
            <a:gdLst/>
            <a:ahLst/>
            <a:cxnLst/>
            <a:rect r="r" b="b" t="t" l="l"/>
            <a:pathLst>
              <a:path h="462455" w="462455">
                <a:moveTo>
                  <a:pt x="0" y="0"/>
                </a:moveTo>
                <a:lnTo>
                  <a:pt x="462454" y="0"/>
                </a:lnTo>
                <a:lnTo>
                  <a:pt x="462454" y="462455"/>
                </a:lnTo>
                <a:lnTo>
                  <a:pt x="0" y="4624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9743413" y="2308168"/>
            <a:ext cx="7742718" cy="1196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80"/>
              </a:lnSpc>
            </a:pPr>
            <a:r>
              <a:rPr lang="en-US" sz="8000">
                <a:solidFill>
                  <a:srgbClr val="6D9EBF"/>
                </a:solidFill>
                <a:latin typeface="Roller"/>
                <a:ea typeface="Roller"/>
                <a:cs typeface="Roller"/>
                <a:sym typeface="Roller"/>
              </a:rPr>
              <a:t>STATEMENT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43413" y="1555081"/>
            <a:ext cx="4806866" cy="956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62"/>
              </a:lnSpc>
            </a:pPr>
            <a:r>
              <a:rPr lang="en-US" sz="6418">
                <a:solidFill>
                  <a:srgbClr val="FFFFFF"/>
                </a:solidFill>
                <a:latin typeface="Roller"/>
                <a:ea typeface="Roller"/>
                <a:cs typeface="Roller"/>
                <a:sym typeface="Roller"/>
              </a:rPr>
              <a:t>PRINT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204226" y="4337664"/>
            <a:ext cx="3990474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-displays info</a:t>
            </a:r>
          </a:p>
          <a:p>
            <a:pPr algn="just">
              <a:lnSpc>
                <a:spcPts val="2205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90858" y="-310009"/>
            <a:ext cx="6133374" cy="787939"/>
            <a:chOff x="0" y="0"/>
            <a:chExt cx="1615374" cy="207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5374" cy="207523"/>
            </a:xfrm>
            <a:custGeom>
              <a:avLst/>
              <a:gdLst/>
              <a:ahLst/>
              <a:cxnLst/>
              <a:rect r="r" b="b" t="t" l="l"/>
              <a:pathLst>
                <a:path h="207523" w="1615374">
                  <a:moveTo>
                    <a:pt x="1412174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615374" y="207523"/>
                  </a:lnTo>
                  <a:lnTo>
                    <a:pt x="1412174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1412174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02392" y="-310009"/>
            <a:ext cx="1543050" cy="787939"/>
            <a:chOff x="0" y="0"/>
            <a:chExt cx="406400" cy="2075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207523"/>
            </a:xfrm>
            <a:custGeom>
              <a:avLst/>
              <a:gdLst/>
              <a:ahLst/>
              <a:cxnLst/>
              <a:rect r="r" b="b" t="t" l="l"/>
              <a:pathLst>
                <a:path h="207523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406400" y="20752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57150"/>
              <a:ext cx="20320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991015" y="-310009"/>
            <a:ext cx="13747992" cy="787939"/>
            <a:chOff x="0" y="0"/>
            <a:chExt cx="3620870" cy="2075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20870" cy="207523"/>
            </a:xfrm>
            <a:custGeom>
              <a:avLst/>
              <a:gdLst/>
              <a:ahLst/>
              <a:cxnLst/>
              <a:rect r="r" b="b" t="t" l="l"/>
              <a:pathLst>
                <a:path h="207523" w="3620870">
                  <a:moveTo>
                    <a:pt x="341767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3620870" y="207523"/>
                  </a:lnTo>
                  <a:lnTo>
                    <a:pt x="341767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341767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822205" y="9769247"/>
            <a:ext cx="6713112" cy="787939"/>
            <a:chOff x="0" y="0"/>
            <a:chExt cx="1768062" cy="2075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68062" cy="207523"/>
            </a:xfrm>
            <a:custGeom>
              <a:avLst/>
              <a:gdLst/>
              <a:ahLst/>
              <a:cxnLst/>
              <a:rect r="r" b="b" t="t" l="l"/>
              <a:pathLst>
                <a:path h="207523" w="1768062">
                  <a:moveTo>
                    <a:pt x="1564862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768062" y="207523"/>
                  </a:lnTo>
                  <a:lnTo>
                    <a:pt x="1564862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57150"/>
              <a:ext cx="1564862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23175" y="9769247"/>
            <a:ext cx="1543050" cy="787939"/>
            <a:chOff x="0" y="0"/>
            <a:chExt cx="406400" cy="2075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400" cy="207523"/>
            </a:xfrm>
            <a:custGeom>
              <a:avLst/>
              <a:gdLst/>
              <a:ahLst/>
              <a:cxnLst/>
              <a:rect r="r" b="b" t="t" l="l"/>
              <a:pathLst>
                <a:path h="207523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406400" y="20752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57150"/>
              <a:ext cx="20320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57824" y="9769247"/>
            <a:ext cx="14113894" cy="787939"/>
            <a:chOff x="0" y="0"/>
            <a:chExt cx="3717240" cy="20752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17240" cy="207523"/>
            </a:xfrm>
            <a:custGeom>
              <a:avLst/>
              <a:gdLst/>
              <a:ahLst/>
              <a:cxnLst/>
              <a:rect r="r" b="b" t="t" l="l"/>
              <a:pathLst>
                <a:path h="207523" w="3717240">
                  <a:moveTo>
                    <a:pt x="351404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3717240" y="207523"/>
                  </a:lnTo>
                  <a:lnTo>
                    <a:pt x="351404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57150"/>
              <a:ext cx="351404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393799" y="2255640"/>
            <a:ext cx="6017186" cy="178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567"/>
              </a:lnSpc>
            </a:pPr>
            <a:r>
              <a:rPr lang="en-US" sz="12049">
                <a:solidFill>
                  <a:srgbClr val="6D9EBF"/>
                </a:solidFill>
                <a:latin typeface="Roller"/>
                <a:ea typeface="Roller"/>
                <a:cs typeface="Roller"/>
                <a:sym typeface="Roller"/>
              </a:rPr>
              <a:t>GOALS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93799" y="1473978"/>
            <a:ext cx="3735614" cy="956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62"/>
              </a:lnSpc>
            </a:pPr>
            <a:r>
              <a:rPr lang="en-US" sz="6418">
                <a:solidFill>
                  <a:srgbClr val="FFFFFF"/>
                </a:solidFill>
                <a:latin typeface="Roller"/>
                <a:ea typeface="Roller"/>
                <a:cs typeface="Roller"/>
                <a:sym typeface="Roller"/>
              </a:rPr>
              <a:t>PROJECT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93799" y="4680982"/>
            <a:ext cx="7924005" cy="166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-create interpreter using java</a:t>
            </a:r>
          </a:p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-have a method written for each programming skill (assign, print, etc)</a:t>
            </a:r>
          </a:p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-each line of code in new language is a method call </a:t>
            </a:r>
          </a:p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-working with ANTLR</a:t>
            </a:r>
          </a:p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-plan to create AST to run with that program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882756" y="1078385"/>
            <a:ext cx="753087" cy="753087"/>
          </a:xfrm>
          <a:custGeom>
            <a:avLst/>
            <a:gdLst/>
            <a:ahLst/>
            <a:cxnLst/>
            <a:rect r="r" b="b" t="t" l="l"/>
            <a:pathLst>
              <a:path h="753087" w="753087">
                <a:moveTo>
                  <a:pt x="0" y="0"/>
                </a:moveTo>
                <a:lnTo>
                  <a:pt x="753088" y="0"/>
                </a:lnTo>
                <a:lnTo>
                  <a:pt x="753088" y="753087"/>
                </a:lnTo>
                <a:lnTo>
                  <a:pt x="0" y="7530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-10800000">
            <a:off x="-1593397" y="5049798"/>
            <a:ext cx="3698612" cy="4114800"/>
          </a:xfrm>
          <a:custGeom>
            <a:avLst/>
            <a:gdLst/>
            <a:ahLst/>
            <a:cxnLst/>
            <a:rect r="r" b="b" t="t" l="l"/>
            <a:pathLst>
              <a:path h="4114800" w="3698612">
                <a:moveTo>
                  <a:pt x="3698612" y="0"/>
                </a:moveTo>
                <a:lnTo>
                  <a:pt x="0" y="0"/>
                </a:lnTo>
                <a:lnTo>
                  <a:pt x="0" y="4114800"/>
                </a:lnTo>
                <a:lnTo>
                  <a:pt x="3698612" y="4114800"/>
                </a:lnTo>
                <a:lnTo>
                  <a:pt x="369861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-1081200" y="1639967"/>
            <a:ext cx="7639025" cy="4919039"/>
            <a:chOff x="0" y="0"/>
            <a:chExt cx="950406" cy="612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50406" cy="612000"/>
            </a:xfrm>
            <a:custGeom>
              <a:avLst/>
              <a:gdLst/>
              <a:ahLst/>
              <a:cxnLst/>
              <a:rect r="r" b="b" t="t" l="l"/>
              <a:pathLst>
                <a:path h="612000" w="950406">
                  <a:moveTo>
                    <a:pt x="0" y="0"/>
                  </a:moveTo>
                  <a:lnTo>
                    <a:pt x="950406" y="0"/>
                  </a:lnTo>
                  <a:lnTo>
                    <a:pt x="950406" y="612000"/>
                  </a:lnTo>
                  <a:lnTo>
                    <a:pt x="0" y="612000"/>
                  </a:lnTo>
                  <a:close/>
                </a:path>
              </a:pathLst>
            </a:custGeom>
            <a:blipFill>
              <a:blip r:embed="rId6"/>
              <a:stretch>
                <a:fillRect l="0" t="-1765" r="0" b="-1765"/>
              </a:stretch>
            </a:blipFill>
            <a:ln w="19050" cap="sq">
              <a:solidFill>
                <a:srgbClr val="6D9EBF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-2478519" y="6318782"/>
            <a:ext cx="4093339" cy="480448"/>
            <a:chOff x="0" y="0"/>
            <a:chExt cx="1768062" cy="20752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68062" cy="207523"/>
            </a:xfrm>
            <a:custGeom>
              <a:avLst/>
              <a:gdLst/>
              <a:ahLst/>
              <a:cxnLst/>
              <a:rect r="r" b="b" t="t" l="l"/>
              <a:pathLst>
                <a:path h="207523" w="1768062">
                  <a:moveTo>
                    <a:pt x="1564862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768062" y="207523"/>
                  </a:lnTo>
                  <a:lnTo>
                    <a:pt x="1564862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01600" y="-57150"/>
              <a:ext cx="1564862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716565" y="4652407"/>
            <a:ext cx="1401619" cy="392824"/>
            <a:chOff x="0" y="0"/>
            <a:chExt cx="740455" cy="20752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40455" cy="207523"/>
            </a:xfrm>
            <a:custGeom>
              <a:avLst/>
              <a:gdLst/>
              <a:ahLst/>
              <a:cxnLst/>
              <a:rect r="r" b="b" t="t" l="l"/>
              <a:pathLst>
                <a:path h="207523" w="740455">
                  <a:moveTo>
                    <a:pt x="537255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740455" y="207523"/>
                  </a:lnTo>
                  <a:lnTo>
                    <a:pt x="537255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01600" y="-57150"/>
              <a:ext cx="537255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785792" y="1438648"/>
            <a:ext cx="1743994" cy="392824"/>
            <a:chOff x="0" y="0"/>
            <a:chExt cx="921327" cy="20752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21327" cy="207523"/>
            </a:xfrm>
            <a:custGeom>
              <a:avLst/>
              <a:gdLst/>
              <a:ahLst/>
              <a:cxnLst/>
              <a:rect r="r" b="b" t="t" l="l"/>
              <a:pathLst>
                <a:path h="207523" w="921327">
                  <a:moveTo>
                    <a:pt x="718127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921327" y="207523"/>
                  </a:lnTo>
                  <a:lnTo>
                    <a:pt x="718127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01600" y="-57150"/>
              <a:ext cx="718127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6326597" y="7730275"/>
            <a:ext cx="462455" cy="462455"/>
          </a:xfrm>
          <a:custGeom>
            <a:avLst/>
            <a:gdLst/>
            <a:ahLst/>
            <a:cxnLst/>
            <a:rect r="r" b="b" t="t" l="l"/>
            <a:pathLst>
              <a:path h="462455" w="462455">
                <a:moveTo>
                  <a:pt x="0" y="0"/>
                </a:moveTo>
                <a:lnTo>
                  <a:pt x="462455" y="0"/>
                </a:lnTo>
                <a:lnTo>
                  <a:pt x="462455" y="462454"/>
                </a:lnTo>
                <a:lnTo>
                  <a:pt x="0" y="462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90858" y="-310009"/>
            <a:ext cx="6133374" cy="787939"/>
            <a:chOff x="0" y="0"/>
            <a:chExt cx="1615374" cy="207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5374" cy="207523"/>
            </a:xfrm>
            <a:custGeom>
              <a:avLst/>
              <a:gdLst/>
              <a:ahLst/>
              <a:cxnLst/>
              <a:rect r="r" b="b" t="t" l="l"/>
              <a:pathLst>
                <a:path h="207523" w="1615374">
                  <a:moveTo>
                    <a:pt x="1412174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615374" y="207523"/>
                  </a:lnTo>
                  <a:lnTo>
                    <a:pt x="1412174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1412174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02392" y="-310009"/>
            <a:ext cx="1543050" cy="787939"/>
            <a:chOff x="0" y="0"/>
            <a:chExt cx="406400" cy="2075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207523"/>
            </a:xfrm>
            <a:custGeom>
              <a:avLst/>
              <a:gdLst/>
              <a:ahLst/>
              <a:cxnLst/>
              <a:rect r="r" b="b" t="t" l="l"/>
              <a:pathLst>
                <a:path h="207523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406400" y="20752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57150"/>
              <a:ext cx="20320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991015" y="-310009"/>
            <a:ext cx="13747992" cy="787939"/>
            <a:chOff x="0" y="0"/>
            <a:chExt cx="3620870" cy="2075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20870" cy="207523"/>
            </a:xfrm>
            <a:custGeom>
              <a:avLst/>
              <a:gdLst/>
              <a:ahLst/>
              <a:cxnLst/>
              <a:rect r="r" b="b" t="t" l="l"/>
              <a:pathLst>
                <a:path h="207523" w="3620870">
                  <a:moveTo>
                    <a:pt x="341767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3620870" y="207523"/>
                  </a:lnTo>
                  <a:lnTo>
                    <a:pt x="341767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341767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822205" y="9769247"/>
            <a:ext cx="6713112" cy="787939"/>
            <a:chOff x="0" y="0"/>
            <a:chExt cx="1768062" cy="2075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68062" cy="207523"/>
            </a:xfrm>
            <a:custGeom>
              <a:avLst/>
              <a:gdLst/>
              <a:ahLst/>
              <a:cxnLst/>
              <a:rect r="r" b="b" t="t" l="l"/>
              <a:pathLst>
                <a:path h="207523" w="1768062">
                  <a:moveTo>
                    <a:pt x="1564862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768062" y="207523"/>
                  </a:lnTo>
                  <a:lnTo>
                    <a:pt x="1564862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57150"/>
              <a:ext cx="1564862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23175" y="9769247"/>
            <a:ext cx="1543050" cy="787939"/>
            <a:chOff x="0" y="0"/>
            <a:chExt cx="406400" cy="2075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400" cy="207523"/>
            </a:xfrm>
            <a:custGeom>
              <a:avLst/>
              <a:gdLst/>
              <a:ahLst/>
              <a:cxnLst/>
              <a:rect r="r" b="b" t="t" l="l"/>
              <a:pathLst>
                <a:path h="207523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406400" y="20752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57150"/>
              <a:ext cx="20320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57824" y="9769247"/>
            <a:ext cx="14113894" cy="787939"/>
            <a:chOff x="0" y="0"/>
            <a:chExt cx="3717240" cy="20752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17240" cy="207523"/>
            </a:xfrm>
            <a:custGeom>
              <a:avLst/>
              <a:gdLst/>
              <a:ahLst/>
              <a:cxnLst/>
              <a:rect r="r" b="b" t="t" l="l"/>
              <a:pathLst>
                <a:path h="207523" w="3717240">
                  <a:moveTo>
                    <a:pt x="351404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3717240" y="207523"/>
                  </a:lnTo>
                  <a:lnTo>
                    <a:pt x="351404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57150"/>
              <a:ext cx="351404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643160" y="3129960"/>
            <a:ext cx="6017186" cy="1196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80"/>
              </a:lnSpc>
            </a:pPr>
            <a:r>
              <a:rPr lang="en-US" sz="8000">
                <a:solidFill>
                  <a:srgbClr val="6D9EBF"/>
                </a:solidFill>
                <a:latin typeface="Roller"/>
                <a:ea typeface="Roller"/>
                <a:cs typeface="Roller"/>
                <a:sym typeface="Roller"/>
              </a:rPr>
              <a:t>LIMITATIONS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3160" y="2376873"/>
            <a:ext cx="3735614" cy="956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62"/>
              </a:lnSpc>
            </a:pPr>
            <a:r>
              <a:rPr lang="en-US" sz="6418">
                <a:solidFill>
                  <a:srgbClr val="FFFFFF"/>
                </a:solidFill>
                <a:latin typeface="Roller"/>
                <a:ea typeface="Roller"/>
                <a:cs typeface="Roller"/>
                <a:sym typeface="Roller"/>
              </a:rPr>
              <a:t>PROJECT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620275" y="1869063"/>
            <a:ext cx="4268456" cy="6270564"/>
            <a:chOff x="0" y="0"/>
            <a:chExt cx="531058" cy="78014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1058" cy="780149"/>
            </a:xfrm>
            <a:custGeom>
              <a:avLst/>
              <a:gdLst/>
              <a:ahLst/>
              <a:cxnLst/>
              <a:rect r="r" b="b" t="t" l="l"/>
              <a:pathLst>
                <a:path h="780149" w="531058">
                  <a:moveTo>
                    <a:pt x="0" y="0"/>
                  </a:moveTo>
                  <a:lnTo>
                    <a:pt x="531058" y="0"/>
                  </a:lnTo>
                  <a:lnTo>
                    <a:pt x="531058" y="780149"/>
                  </a:lnTo>
                  <a:lnTo>
                    <a:pt x="0" y="780149"/>
                  </a:lnTo>
                  <a:close/>
                </a:path>
              </a:pathLst>
            </a:custGeom>
            <a:blipFill>
              <a:blip r:embed="rId2"/>
              <a:stretch>
                <a:fillRect l="-60178" t="0" r="-60178" b="0"/>
              </a:stretch>
            </a:blipFill>
            <a:ln w="19050" cap="sq">
              <a:solidFill>
                <a:srgbClr val="6D9EBF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643160" y="5352654"/>
            <a:ext cx="6017186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-every small task needs its own section of code</a:t>
            </a:r>
          </a:p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(like converting between ints and floats)</a:t>
            </a:r>
          </a:p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-very time consuming to code everything</a:t>
            </a:r>
          </a:p>
          <a:p>
            <a:pPr algn="just">
              <a:lnSpc>
                <a:spcPts val="2205"/>
              </a:lnSpc>
            </a:pPr>
            <a:r>
              <a:rPr lang="en-US" sz="2100">
                <a:solidFill>
                  <a:srgbClr val="FFFFFF"/>
                </a:solidFill>
                <a:latin typeface="Pattanakarn Condensed Light"/>
                <a:ea typeface="Pattanakarn Condensed Light"/>
                <a:cs typeface="Pattanakarn Condensed Light"/>
                <a:sym typeface="Pattanakarn Condensed Light"/>
              </a:rPr>
              <a:t>-difficulty finding meeting times to work together</a:t>
            </a:r>
          </a:p>
          <a:p>
            <a:pPr algn="just">
              <a:lnSpc>
                <a:spcPts val="2205"/>
              </a:lnSpc>
            </a:pPr>
          </a:p>
        </p:txBody>
      </p:sp>
      <p:grpSp>
        <p:nvGrpSpPr>
          <p:cNvPr name="Group 25" id="25"/>
          <p:cNvGrpSpPr/>
          <p:nvPr/>
        </p:nvGrpSpPr>
        <p:grpSpPr>
          <a:xfrm rot="0">
            <a:off x="14172254" y="1869063"/>
            <a:ext cx="4268456" cy="6270564"/>
            <a:chOff x="0" y="0"/>
            <a:chExt cx="531058" cy="78014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1058" cy="780149"/>
            </a:xfrm>
            <a:custGeom>
              <a:avLst/>
              <a:gdLst/>
              <a:ahLst/>
              <a:cxnLst/>
              <a:rect r="r" b="b" t="t" l="l"/>
              <a:pathLst>
                <a:path h="780149" w="531058">
                  <a:moveTo>
                    <a:pt x="0" y="0"/>
                  </a:moveTo>
                  <a:lnTo>
                    <a:pt x="531058" y="0"/>
                  </a:lnTo>
                  <a:lnTo>
                    <a:pt x="531058" y="780149"/>
                  </a:lnTo>
                  <a:lnTo>
                    <a:pt x="0" y="780149"/>
                  </a:lnTo>
                  <a:close/>
                </a:path>
              </a:pathLst>
            </a:custGeom>
            <a:blipFill>
              <a:blip r:embed="rId3"/>
              <a:stretch>
                <a:fillRect l="-8761" t="0" r="-8761" b="0"/>
              </a:stretch>
            </a:blipFill>
            <a:ln w="19050" cap="sq">
              <a:solidFill>
                <a:srgbClr val="6D9EBF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5657545" y="1628839"/>
            <a:ext cx="4093339" cy="480448"/>
            <a:chOff x="0" y="0"/>
            <a:chExt cx="1768062" cy="20752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68062" cy="207523"/>
            </a:xfrm>
            <a:custGeom>
              <a:avLst/>
              <a:gdLst/>
              <a:ahLst/>
              <a:cxnLst/>
              <a:rect r="r" b="b" t="t" l="l"/>
              <a:pathLst>
                <a:path h="207523" w="1768062">
                  <a:moveTo>
                    <a:pt x="1564862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768062" y="207523"/>
                  </a:lnTo>
                  <a:lnTo>
                    <a:pt x="1564862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01600" y="-57150"/>
              <a:ext cx="1564862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069517" y="7943215"/>
            <a:ext cx="2205474" cy="392824"/>
            <a:chOff x="0" y="0"/>
            <a:chExt cx="1165120" cy="20752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65120" cy="207523"/>
            </a:xfrm>
            <a:custGeom>
              <a:avLst/>
              <a:gdLst/>
              <a:ahLst/>
              <a:cxnLst/>
              <a:rect r="r" b="b" t="t" l="l"/>
              <a:pathLst>
                <a:path h="207523" w="1165120">
                  <a:moveTo>
                    <a:pt x="961920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1165120" y="207523"/>
                  </a:lnTo>
                  <a:lnTo>
                    <a:pt x="961920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01600" y="-57150"/>
              <a:ext cx="961920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0" y="5283950"/>
            <a:ext cx="1401619" cy="392824"/>
            <a:chOff x="0" y="0"/>
            <a:chExt cx="740455" cy="20752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40455" cy="207523"/>
            </a:xfrm>
            <a:custGeom>
              <a:avLst/>
              <a:gdLst/>
              <a:ahLst/>
              <a:cxnLst/>
              <a:rect r="r" b="b" t="t" l="l"/>
              <a:pathLst>
                <a:path h="207523" w="740455">
                  <a:moveTo>
                    <a:pt x="537255" y="0"/>
                  </a:moveTo>
                  <a:lnTo>
                    <a:pt x="0" y="0"/>
                  </a:lnTo>
                  <a:lnTo>
                    <a:pt x="203200" y="207523"/>
                  </a:lnTo>
                  <a:lnTo>
                    <a:pt x="740455" y="207523"/>
                  </a:lnTo>
                  <a:lnTo>
                    <a:pt x="537255" y="0"/>
                  </a:lnTo>
                  <a:close/>
                </a:path>
              </a:pathLst>
            </a:custGeom>
            <a:solidFill>
              <a:srgbClr val="6D9EB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01600" y="-57150"/>
              <a:ext cx="537255" cy="264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499536" y="1028700"/>
            <a:ext cx="840363" cy="840363"/>
          </a:xfrm>
          <a:custGeom>
            <a:avLst/>
            <a:gdLst/>
            <a:ahLst/>
            <a:cxnLst/>
            <a:rect r="r" b="b" t="t" l="l"/>
            <a:pathLst>
              <a:path h="840363" w="840363">
                <a:moveTo>
                  <a:pt x="0" y="0"/>
                </a:moveTo>
                <a:lnTo>
                  <a:pt x="840363" y="0"/>
                </a:lnTo>
                <a:lnTo>
                  <a:pt x="840363" y="840363"/>
                </a:lnTo>
                <a:lnTo>
                  <a:pt x="0" y="8403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true" flipV="false" rot="-10800000">
            <a:off x="-1593397" y="5049798"/>
            <a:ext cx="3698612" cy="4114800"/>
          </a:xfrm>
          <a:custGeom>
            <a:avLst/>
            <a:gdLst/>
            <a:ahLst/>
            <a:cxnLst/>
            <a:rect r="r" b="b" t="t" l="l"/>
            <a:pathLst>
              <a:path h="4114800" w="3698612">
                <a:moveTo>
                  <a:pt x="3698612" y="0"/>
                </a:moveTo>
                <a:lnTo>
                  <a:pt x="0" y="0"/>
                </a:lnTo>
                <a:lnTo>
                  <a:pt x="0" y="4114800"/>
                </a:lnTo>
                <a:lnTo>
                  <a:pt x="3698612" y="4114800"/>
                </a:lnTo>
                <a:lnTo>
                  <a:pt x="369861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7660347" y="7943215"/>
            <a:ext cx="462455" cy="462455"/>
          </a:xfrm>
          <a:custGeom>
            <a:avLst/>
            <a:gdLst/>
            <a:ahLst/>
            <a:cxnLst/>
            <a:rect r="r" b="b" t="t" l="l"/>
            <a:pathLst>
              <a:path h="462455" w="462455">
                <a:moveTo>
                  <a:pt x="0" y="0"/>
                </a:moveTo>
                <a:lnTo>
                  <a:pt x="462454" y="0"/>
                </a:lnTo>
                <a:lnTo>
                  <a:pt x="462454" y="462455"/>
                </a:lnTo>
                <a:lnTo>
                  <a:pt x="0" y="4624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DAG6AGr0xwU</dc:identifier>
  <dcterms:modified xsi:type="dcterms:W3CDTF">2011-08-01T06:04:30Z</dcterms:modified>
  <cp:revision>1</cp:revision>
  <dc:title>Java kip Presentation</dc:title>
</cp:coreProperties>
</file>